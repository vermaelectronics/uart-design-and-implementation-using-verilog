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71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5" r:id="rId8"/>
    <p:sldId id="266" r:id="rId9"/>
    <p:sldId id="270" r:id="rId10"/>
    <p:sldId id="271" r:id="rId11"/>
    <p:sldId id="272" r:id="rId12"/>
    <p:sldId id="273" r:id="rId13"/>
    <p:sldId id="267" r:id="rId14"/>
    <p:sldId id="261" r:id="rId15"/>
    <p:sldId id="263" r:id="rId16"/>
    <p:sldId id="264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mxXdIS2109Wpt9s2ExlqNkNI4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a5470d8d95_4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g2a5470d8d95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a5470d8d95_4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a5470d8d95_4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g2a5470d8d95_4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a5470d8d95_4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a5470d8d95_4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g2a5470d8d95_4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a5470d8d95_4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2a5470d8d95_4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g2a5470d8d95_4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a5470d8d95_4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g2a5470d8d95_4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a5700664f7_15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2a5700664f7_15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g2a5700664f7_15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a5470d8d95_4_1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g2a5470d8d95_4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a5470d8d95_4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a5470d8d95_4_1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g2a5470d8d95_4_1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1.png"/><Relationship Id="rId7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png"/><Relationship Id="rId9" Type="http://schemas.openxmlformats.org/officeDocument/2006/relationships/image" Target="../media/image9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1.png"/><Relationship Id="rId7" Type="http://schemas.openxmlformats.org/officeDocument/2006/relationships/image" Target="../media/image13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4.png"/><Relationship Id="rId9" Type="http://schemas.openxmlformats.org/officeDocument/2006/relationships/image" Target="../media/image15.jp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1.png"/><Relationship Id="rId7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png"/><Relationship Id="rId9" Type="http://schemas.openxmlformats.org/officeDocument/2006/relationships/image" Target="../media/image9.jp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1.png"/><Relationship Id="rId7" Type="http://schemas.openxmlformats.org/officeDocument/2006/relationships/image" Target="../media/image13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4.png"/><Relationship Id="rId9" Type="http://schemas.openxmlformats.org/officeDocument/2006/relationships/image" Target="../media/image15.jp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B-Photos Locked">
  <p:cSld name="Title Slide 1B-Photos Locked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3996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8"/>
          <p:cNvPicPr preferRelativeResize="0"/>
          <p:nvPr/>
        </p:nvPicPr>
        <p:blipFill rotWithShape="1">
          <a:blip r:embed="rId3">
            <a:alphaModFix/>
          </a:blip>
          <a:srcRect r="26766"/>
          <a:stretch/>
        </p:blipFill>
        <p:spPr>
          <a:xfrm>
            <a:off x="-1" y="4627165"/>
            <a:ext cx="9144001" cy="53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8"/>
          <p:cNvSpPr txBox="1">
            <a:spLocks noGrp="1"/>
          </p:cNvSpPr>
          <p:nvPr>
            <p:ph type="ctrTitle"/>
          </p:nvPr>
        </p:nvSpPr>
        <p:spPr>
          <a:xfrm>
            <a:off x="282289" y="2581643"/>
            <a:ext cx="8553009" cy="94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3300"/>
              <a:buFont typeface="Calibri"/>
              <a:buNone/>
              <a:defRPr sz="330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ubTitle" idx="1"/>
          </p:nvPr>
        </p:nvSpPr>
        <p:spPr>
          <a:xfrm>
            <a:off x="282290" y="3557482"/>
            <a:ext cx="7022970" cy="874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  <a:defRPr sz="2100" b="1" i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8"/>
          <p:cNvSpPr txBox="1"/>
          <p:nvPr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rPr>
              <a:t>ieee.org</a:t>
            </a:r>
            <a:endParaRPr sz="1100" b="1">
              <a:solidFill>
                <a:srgbClr val="BA0C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8"/>
          <p:cNvSpPr txBox="1"/>
          <p:nvPr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8" descr="A person and person standing in a server room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 t="1913" b="1914"/>
          <a:stretch/>
        </p:blipFill>
        <p:spPr>
          <a:xfrm>
            <a:off x="-551" y="506367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8" descr="A person and person standing next to a machine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 l="2680" r="2681"/>
          <a:stretch/>
        </p:blipFill>
        <p:spPr>
          <a:xfrm>
            <a:off x="1812458" y="506367"/>
            <a:ext cx="1861485" cy="1831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8" descr="A person in a wheelchair working on a computer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 l="1401" r="1401"/>
          <a:stretch/>
        </p:blipFill>
        <p:spPr>
          <a:xfrm>
            <a:off x="3674266" y="506367"/>
            <a:ext cx="1817334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8" descr="A person working on a computer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 l="1294" r="1294"/>
          <a:stretch/>
        </p:blipFill>
        <p:spPr>
          <a:xfrm>
            <a:off x="5493599" y="506367"/>
            <a:ext cx="1837943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8" descr="A person looking at a screen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 l="8189" r="8188"/>
          <a:stretch/>
        </p:blipFill>
        <p:spPr>
          <a:xfrm>
            <a:off x="7322401" y="506367"/>
            <a:ext cx="1836546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Blank">
  <p:cSld name="Title Only 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282289" y="1247412"/>
            <a:ext cx="8658713" cy="309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BA0C2F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body" idx="1"/>
          </p:nvPr>
        </p:nvSpPr>
        <p:spPr>
          <a:xfrm>
            <a:off x="282288" y="1242334"/>
            <a:ext cx="4234053" cy="3112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2"/>
          </p:nvPr>
        </p:nvSpPr>
        <p:spPr>
          <a:xfrm>
            <a:off x="4691046" y="1242334"/>
            <a:ext cx="4234053" cy="3112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3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ntent">
  <p:cSld name="One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4690591" y="1245233"/>
            <a:ext cx="4250410" cy="3094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900"/>
              <a:buNone/>
              <a:defRPr sz="900" i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2"/>
          </p:nvPr>
        </p:nvSpPr>
        <p:spPr>
          <a:xfrm>
            <a:off x="282289" y="1245232"/>
            <a:ext cx="4227717" cy="3094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BA0C2F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2855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2855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2855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2855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3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4688237" y="2875597"/>
            <a:ext cx="4252764" cy="147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900"/>
              <a:buNone/>
              <a:defRPr sz="900" i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282290" y="1245232"/>
            <a:ext cx="4252764" cy="3109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3"/>
          </p:nvPr>
        </p:nvSpPr>
        <p:spPr>
          <a:xfrm>
            <a:off x="4688237" y="1245231"/>
            <a:ext cx="4252764" cy="147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900"/>
              <a:buNone/>
              <a:defRPr sz="900" i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4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4685745" y="2269344"/>
            <a:ext cx="4255255" cy="208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900"/>
              <a:buNone/>
              <a:defRPr sz="900" i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282290" y="1245232"/>
            <a:ext cx="4235466" cy="3109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3"/>
          </p:nvPr>
        </p:nvSpPr>
        <p:spPr>
          <a:xfrm>
            <a:off x="4685745" y="1245232"/>
            <a:ext cx="4255255" cy="901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-"/>
              <a:defRPr sz="135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 sz="135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o"/>
              <a:defRPr sz="135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4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A-Photos Locked">
  <p:cSld name="Title Slide 1A-Photos Locked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3996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r="26766"/>
          <a:stretch/>
        </p:blipFill>
        <p:spPr>
          <a:xfrm>
            <a:off x="-1" y="4627165"/>
            <a:ext cx="9144001" cy="53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ctrTitle"/>
          </p:nvPr>
        </p:nvSpPr>
        <p:spPr>
          <a:xfrm>
            <a:off x="282289" y="2581643"/>
            <a:ext cx="8553009" cy="94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3300"/>
              <a:buFont typeface="Calibri"/>
              <a:buNone/>
              <a:defRPr sz="330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ubTitle" idx="1"/>
          </p:nvPr>
        </p:nvSpPr>
        <p:spPr>
          <a:xfrm>
            <a:off x="282290" y="3557482"/>
            <a:ext cx="7022970" cy="874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  <a:defRPr sz="2100" b="1" i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rPr>
              <a:t>ieee.org</a:t>
            </a:r>
            <a:endParaRPr sz="1100" b="1">
              <a:solidFill>
                <a:srgbClr val="BA0C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p14" descr="A picture containing art, majorelle blu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8020" y="374444"/>
            <a:ext cx="9162288" cy="216453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C-Photos Locked">
  <p:cSld name="Title Slide 1C-Photos Locked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3996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r="26766"/>
          <a:stretch/>
        </p:blipFill>
        <p:spPr>
          <a:xfrm>
            <a:off x="-1" y="4627165"/>
            <a:ext cx="9144001" cy="53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>
            <a:spLocks noGrp="1"/>
          </p:cNvSpPr>
          <p:nvPr>
            <p:ph type="ctrTitle"/>
          </p:nvPr>
        </p:nvSpPr>
        <p:spPr>
          <a:xfrm>
            <a:off x="282289" y="2581643"/>
            <a:ext cx="8553009" cy="94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3300"/>
              <a:buFont typeface="Calibri"/>
              <a:buNone/>
              <a:defRPr sz="330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ubTitle" idx="1"/>
          </p:nvPr>
        </p:nvSpPr>
        <p:spPr>
          <a:xfrm>
            <a:off x="282290" y="3557482"/>
            <a:ext cx="7022970" cy="874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  <a:defRPr sz="2100" b="1" i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rPr>
              <a:t>ieee.org</a:t>
            </a:r>
            <a:endParaRPr sz="1100" b="1">
              <a:solidFill>
                <a:srgbClr val="BA0C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15" descr="A person wearing a hard hat and holding a table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 l="1851" r="1852"/>
          <a:stretch/>
        </p:blipFill>
        <p:spPr>
          <a:xfrm>
            <a:off x="-551" y="506367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descr="A computer screen with numbers and line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 t="1691" b="1691"/>
          <a:stretch/>
        </p:blipFill>
        <p:spPr>
          <a:xfrm>
            <a:off x="1812458" y="506367"/>
            <a:ext cx="1861485" cy="1831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 descr="A person in a white coat working on a computer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 t="1382" b="1382"/>
          <a:stretch/>
        </p:blipFill>
        <p:spPr>
          <a:xfrm>
            <a:off x="3674266" y="506367"/>
            <a:ext cx="1817334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 descr="A digital image of a person's head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 t="1802" b="1802"/>
          <a:stretch/>
        </p:blipFill>
        <p:spPr>
          <a:xfrm>
            <a:off x="5493599" y="506367"/>
            <a:ext cx="1837943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 descr="A person using a video call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 l="4356" r="4356"/>
          <a:stretch/>
        </p:blipFill>
        <p:spPr>
          <a:xfrm>
            <a:off x="7322401" y="506367"/>
            <a:ext cx="1836546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D-Photos Unlocked">
  <p:cSld name="Title Slide 1D-Photos Unlocked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3996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r="26766"/>
          <a:stretch/>
        </p:blipFill>
        <p:spPr>
          <a:xfrm>
            <a:off x="-1" y="4627165"/>
            <a:ext cx="9144001" cy="53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>
            <a:spLocks noGrp="1"/>
          </p:cNvSpPr>
          <p:nvPr>
            <p:ph type="ctrTitle"/>
          </p:nvPr>
        </p:nvSpPr>
        <p:spPr>
          <a:xfrm>
            <a:off x="282289" y="2581643"/>
            <a:ext cx="8553009" cy="94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3300"/>
              <a:buFont typeface="Calibri"/>
              <a:buNone/>
              <a:defRPr sz="330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subTitle" idx="1"/>
          </p:nvPr>
        </p:nvSpPr>
        <p:spPr>
          <a:xfrm>
            <a:off x="282290" y="3557482"/>
            <a:ext cx="7022970" cy="874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  <a:defRPr sz="2100" b="1" i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rPr>
              <a:t>ieee.org</a:t>
            </a:r>
            <a:endParaRPr sz="1100" b="1">
              <a:solidFill>
                <a:srgbClr val="BA0C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>
            <a:spLocks noGrp="1"/>
          </p:cNvSpPr>
          <p:nvPr>
            <p:ph type="pic" idx="2"/>
          </p:nvPr>
        </p:nvSpPr>
        <p:spPr>
          <a:xfrm>
            <a:off x="-551" y="506367"/>
            <a:ext cx="1828800" cy="1828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" name="Google Shape;96;p16"/>
          <p:cNvSpPr>
            <a:spLocks noGrp="1"/>
          </p:cNvSpPr>
          <p:nvPr>
            <p:ph type="pic" idx="3"/>
          </p:nvPr>
        </p:nvSpPr>
        <p:spPr>
          <a:xfrm>
            <a:off x="1812458" y="506367"/>
            <a:ext cx="1861485" cy="183108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7" name="Google Shape;97;p16"/>
          <p:cNvSpPr>
            <a:spLocks noGrp="1"/>
          </p:cNvSpPr>
          <p:nvPr>
            <p:ph type="pic" idx="4"/>
          </p:nvPr>
        </p:nvSpPr>
        <p:spPr>
          <a:xfrm>
            <a:off x="3674266" y="506367"/>
            <a:ext cx="1817334" cy="1828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8" name="Google Shape;98;p16"/>
          <p:cNvSpPr>
            <a:spLocks noGrp="1"/>
          </p:cNvSpPr>
          <p:nvPr>
            <p:ph type="pic" idx="5"/>
          </p:nvPr>
        </p:nvSpPr>
        <p:spPr>
          <a:xfrm>
            <a:off x="5493599" y="506367"/>
            <a:ext cx="1837943" cy="1828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" name="Google Shape;99;p16"/>
          <p:cNvSpPr>
            <a:spLocks noGrp="1"/>
          </p:cNvSpPr>
          <p:nvPr>
            <p:ph type="pic" idx="6"/>
          </p:nvPr>
        </p:nvSpPr>
        <p:spPr>
          <a:xfrm>
            <a:off x="7322401" y="506367"/>
            <a:ext cx="1836546" cy="1828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 1E">
  <p:cSld name="Divider Slide 1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3996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 rotWithShape="1">
          <a:blip r:embed="rId3">
            <a:alphaModFix/>
          </a:blip>
          <a:srcRect r="26766"/>
          <a:stretch/>
        </p:blipFill>
        <p:spPr>
          <a:xfrm>
            <a:off x="-1" y="4627165"/>
            <a:ext cx="9144001" cy="53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rPr>
              <a:t>ieee.org</a:t>
            </a:r>
            <a:endParaRPr sz="1100" b="1">
              <a:solidFill>
                <a:srgbClr val="BA0C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282289" y="2002971"/>
            <a:ext cx="8553009" cy="1064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3300"/>
              <a:buFont typeface="Calibri"/>
              <a:buNone/>
              <a:defRPr sz="330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1"/>
          </p:nvPr>
        </p:nvSpPr>
        <p:spPr>
          <a:xfrm>
            <a:off x="282290" y="3088182"/>
            <a:ext cx="8553008" cy="815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  <a:defRPr sz="2100" b="1" i="1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A-Photos Locked">
  <p:cSld name="Title Slide 2A-Photos Locked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>
            <a:off x="0" y="-474"/>
            <a:ext cx="9152203" cy="513889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11" name="Google Shape;111;p18"/>
          <p:cNvPicPr preferRelativeResize="0"/>
          <p:nvPr/>
        </p:nvPicPr>
        <p:blipFill rotWithShape="1">
          <a:blip r:embed="rId2">
            <a:alphaModFix/>
          </a:blip>
          <a:srcRect r="26766"/>
          <a:stretch/>
        </p:blipFill>
        <p:spPr>
          <a:xfrm>
            <a:off x="-1" y="4627165"/>
            <a:ext cx="9144001" cy="53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>
            <a:spLocks noGrp="1"/>
          </p:cNvSpPr>
          <p:nvPr>
            <p:ph type="ctrTitle"/>
          </p:nvPr>
        </p:nvSpPr>
        <p:spPr>
          <a:xfrm>
            <a:off x="282289" y="2581643"/>
            <a:ext cx="7022971" cy="94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3300"/>
              <a:buFont typeface="Calibri"/>
              <a:buNone/>
              <a:defRPr sz="330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ubTitle" idx="1"/>
          </p:nvPr>
        </p:nvSpPr>
        <p:spPr>
          <a:xfrm>
            <a:off x="282290" y="3557482"/>
            <a:ext cx="7022970" cy="874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  <a:defRPr sz="2100" b="1" i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rPr>
              <a:t>ieee.org</a:t>
            </a:r>
            <a:endParaRPr sz="1100" b="1">
              <a:solidFill>
                <a:srgbClr val="BA0C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8" descr="A group of people wearing hard hats and jackets looking at a computer scree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603" r="2604"/>
          <a:stretch/>
        </p:blipFill>
        <p:spPr>
          <a:xfrm>
            <a:off x="-487630" y="-275587"/>
            <a:ext cx="2633567" cy="263301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19" name="Google Shape;119;p18" descr="A group of people in a meeting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 l="16626" r="16626"/>
          <a:stretch/>
        </p:blipFill>
        <p:spPr>
          <a:xfrm>
            <a:off x="7216988" y="432744"/>
            <a:ext cx="1313770" cy="131404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20" name="Google Shape;120;p18" descr="A doctor using a virtual reality device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 l="10503" r="10503"/>
          <a:stretch/>
        </p:blipFill>
        <p:spPr>
          <a:xfrm>
            <a:off x="3465829" y="-82898"/>
            <a:ext cx="2187948" cy="218749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 rotWithShape="1">
          <a:blip r:embed="rId7">
            <a:alphaModFix/>
          </a:blip>
          <a:srcRect l="8941" r="8941"/>
          <a:stretch/>
        </p:blipFill>
        <p:spPr>
          <a:xfrm>
            <a:off x="7445518" y="2009789"/>
            <a:ext cx="1888036" cy="1888036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B-Photos Locked">
  <p:cSld name="Title Slide 2B-Photos Locked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0" y="-474"/>
            <a:ext cx="9152203" cy="513889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24" name="Google Shape;124;p19"/>
          <p:cNvPicPr preferRelativeResize="0"/>
          <p:nvPr/>
        </p:nvPicPr>
        <p:blipFill rotWithShape="1">
          <a:blip r:embed="rId2">
            <a:alphaModFix/>
          </a:blip>
          <a:srcRect r="26766"/>
          <a:stretch/>
        </p:blipFill>
        <p:spPr>
          <a:xfrm>
            <a:off x="-1" y="4627165"/>
            <a:ext cx="9144001" cy="53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>
            <a:spLocks noGrp="1"/>
          </p:cNvSpPr>
          <p:nvPr>
            <p:ph type="ctrTitle"/>
          </p:nvPr>
        </p:nvSpPr>
        <p:spPr>
          <a:xfrm>
            <a:off x="282290" y="2581643"/>
            <a:ext cx="7022970" cy="94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3300"/>
              <a:buFont typeface="Calibri"/>
              <a:buNone/>
              <a:defRPr sz="330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subTitle" idx="1"/>
          </p:nvPr>
        </p:nvSpPr>
        <p:spPr>
          <a:xfrm>
            <a:off x="282290" y="3557482"/>
            <a:ext cx="7022970" cy="874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  <a:defRPr sz="2100" b="1" i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rPr>
              <a:t>ieee.org</a:t>
            </a:r>
            <a:endParaRPr sz="1100" b="1">
              <a:solidFill>
                <a:srgbClr val="BA0C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9" descr="A group of people around a tab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3559" r="3559"/>
          <a:stretch/>
        </p:blipFill>
        <p:spPr>
          <a:xfrm>
            <a:off x="-487630" y="-275587"/>
            <a:ext cx="2633567" cy="263301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2" name="Google Shape;132;p19" descr="A hand touching a spher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 t="319" b="319"/>
          <a:stretch/>
        </p:blipFill>
        <p:spPr>
          <a:xfrm>
            <a:off x="7216988" y="432744"/>
            <a:ext cx="1313770" cy="131404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3" name="Google Shape;133;p19" descr="A person and person wearing safety vests and helmets looking at a computer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 t="1019" b="1020"/>
          <a:stretch/>
        </p:blipFill>
        <p:spPr>
          <a:xfrm>
            <a:off x="3465829" y="-82898"/>
            <a:ext cx="2187948" cy="218749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4" name="Google Shape;134;p19" descr="A person wearing a white hard hat and white shirt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 l="4783" r="4783"/>
          <a:stretch/>
        </p:blipFill>
        <p:spPr>
          <a:xfrm>
            <a:off x="7445518" y="2009789"/>
            <a:ext cx="1888036" cy="1888036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C-Photos Unlocked">
  <p:cSld name="Title Slide 2C-Photos Unlocked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/>
          <p:nvPr/>
        </p:nvSpPr>
        <p:spPr>
          <a:xfrm>
            <a:off x="0" y="-474"/>
            <a:ext cx="9152203" cy="513889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37" name="Google Shape;137;p20"/>
          <p:cNvPicPr preferRelativeResize="0"/>
          <p:nvPr/>
        </p:nvPicPr>
        <p:blipFill rotWithShape="1">
          <a:blip r:embed="rId2">
            <a:alphaModFix/>
          </a:blip>
          <a:srcRect r="26766"/>
          <a:stretch/>
        </p:blipFill>
        <p:spPr>
          <a:xfrm>
            <a:off x="-1" y="4627165"/>
            <a:ext cx="9144001" cy="53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 txBox="1">
            <a:spLocks noGrp="1"/>
          </p:cNvSpPr>
          <p:nvPr>
            <p:ph type="ctrTitle"/>
          </p:nvPr>
        </p:nvSpPr>
        <p:spPr>
          <a:xfrm>
            <a:off x="282289" y="2581643"/>
            <a:ext cx="7022971" cy="94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3300"/>
              <a:buFont typeface="Calibri"/>
              <a:buNone/>
              <a:defRPr sz="330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subTitle" idx="1"/>
          </p:nvPr>
        </p:nvSpPr>
        <p:spPr>
          <a:xfrm>
            <a:off x="282290" y="3557482"/>
            <a:ext cx="7022970" cy="874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  <a:defRPr sz="2100" b="1" i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rPr>
              <a:t>ieee.org</a:t>
            </a:r>
            <a:endParaRPr sz="1100" b="1">
              <a:solidFill>
                <a:srgbClr val="BA0C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>
            <a:spLocks noGrp="1"/>
          </p:cNvSpPr>
          <p:nvPr>
            <p:ph type="pic" idx="2"/>
          </p:nvPr>
        </p:nvSpPr>
        <p:spPr>
          <a:xfrm>
            <a:off x="-487630" y="-275587"/>
            <a:ext cx="2633567" cy="26330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5" name="Google Shape;145;p20"/>
          <p:cNvSpPr>
            <a:spLocks noGrp="1"/>
          </p:cNvSpPr>
          <p:nvPr>
            <p:ph type="pic" idx="3"/>
          </p:nvPr>
        </p:nvSpPr>
        <p:spPr>
          <a:xfrm>
            <a:off x="7216988" y="432744"/>
            <a:ext cx="1313770" cy="1314045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6" name="Google Shape;146;p20"/>
          <p:cNvSpPr>
            <a:spLocks noGrp="1"/>
          </p:cNvSpPr>
          <p:nvPr>
            <p:ph type="pic" idx="4"/>
          </p:nvPr>
        </p:nvSpPr>
        <p:spPr>
          <a:xfrm>
            <a:off x="3473224" y="-94259"/>
            <a:ext cx="2187948" cy="2187491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7" name="Google Shape;147;p20"/>
          <p:cNvSpPr>
            <a:spLocks noGrp="1"/>
          </p:cNvSpPr>
          <p:nvPr>
            <p:ph type="pic" idx="5"/>
          </p:nvPr>
        </p:nvSpPr>
        <p:spPr>
          <a:xfrm>
            <a:off x="7445518" y="2009789"/>
            <a:ext cx="1888036" cy="1888036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 2D">
  <p:cSld name="Divider Slide 2D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/>
          <p:nvPr/>
        </p:nvSpPr>
        <p:spPr>
          <a:xfrm>
            <a:off x="0" y="-474"/>
            <a:ext cx="9152203" cy="513889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50" name="Google Shape;150;p21"/>
          <p:cNvPicPr preferRelativeResize="0"/>
          <p:nvPr/>
        </p:nvPicPr>
        <p:blipFill rotWithShape="1">
          <a:blip r:embed="rId2">
            <a:alphaModFix/>
          </a:blip>
          <a:srcRect r="26766"/>
          <a:stretch/>
        </p:blipFill>
        <p:spPr>
          <a:xfrm>
            <a:off x="-1" y="4627165"/>
            <a:ext cx="9144001" cy="53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1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rPr>
              <a:t>ieee.org</a:t>
            </a:r>
            <a:endParaRPr sz="1100" b="1">
              <a:solidFill>
                <a:srgbClr val="BA0C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282289" y="2002971"/>
            <a:ext cx="8553009" cy="1064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3300"/>
              <a:buFont typeface="Calibri"/>
              <a:buNone/>
              <a:defRPr sz="330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body" idx="1"/>
          </p:nvPr>
        </p:nvSpPr>
        <p:spPr>
          <a:xfrm>
            <a:off x="282290" y="3088182"/>
            <a:ext cx="8553008" cy="815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  <a:defRPr sz="2100" b="1" i="1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, Text, Bullets">
  <p:cSld name="Content, Text, Bullets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>
            <a:spLocks noGrp="1"/>
          </p:cNvSpPr>
          <p:nvPr>
            <p:ph type="body" idx="1"/>
          </p:nvPr>
        </p:nvSpPr>
        <p:spPr>
          <a:xfrm>
            <a:off x="285920" y="1245687"/>
            <a:ext cx="4231835" cy="310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900"/>
              <a:buNone/>
              <a:defRPr sz="900" i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body" idx="2"/>
          </p:nvPr>
        </p:nvSpPr>
        <p:spPr>
          <a:xfrm>
            <a:off x="4687855" y="2269504"/>
            <a:ext cx="4253146" cy="2085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BA0C2F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body" idx="3"/>
          </p:nvPr>
        </p:nvSpPr>
        <p:spPr>
          <a:xfrm>
            <a:off x="4687855" y="1252982"/>
            <a:ext cx="4253146" cy="88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-"/>
              <a:defRPr sz="135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 sz="135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o"/>
              <a:defRPr sz="135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body" idx="4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22"/>
          <p:cNvSpPr txBox="1"/>
          <p:nvPr/>
        </p:nvSpPr>
        <p:spPr>
          <a:xfrm>
            <a:off x="7361695" y="178230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>
  <p:cSld name="Three Conte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>
            <a:spLocks noGrp="1"/>
          </p:cNvSpPr>
          <p:nvPr>
            <p:ph type="body" idx="1"/>
          </p:nvPr>
        </p:nvSpPr>
        <p:spPr>
          <a:xfrm>
            <a:off x="4707473" y="2921431"/>
            <a:ext cx="4210281" cy="1422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900"/>
              <a:buNone/>
              <a:defRPr sz="900" i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body" idx="2"/>
          </p:nvPr>
        </p:nvSpPr>
        <p:spPr>
          <a:xfrm>
            <a:off x="282290" y="1252981"/>
            <a:ext cx="4210280" cy="143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23"/>
          <p:cNvSpPr txBox="1">
            <a:spLocks noGrp="1"/>
          </p:cNvSpPr>
          <p:nvPr>
            <p:ph type="body" idx="3"/>
          </p:nvPr>
        </p:nvSpPr>
        <p:spPr>
          <a:xfrm>
            <a:off x="4707473" y="1269541"/>
            <a:ext cx="4210281" cy="1422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900"/>
              <a:buNone/>
              <a:defRPr sz="900" i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body" idx="4"/>
          </p:nvPr>
        </p:nvSpPr>
        <p:spPr>
          <a:xfrm>
            <a:off x="282290" y="2921431"/>
            <a:ext cx="4210280" cy="1422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900"/>
              <a:buNone/>
              <a:defRPr sz="900" i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23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body" idx="5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body" idx="1"/>
          </p:nvPr>
        </p:nvSpPr>
        <p:spPr>
          <a:xfrm>
            <a:off x="282291" y="1252981"/>
            <a:ext cx="3019523" cy="3102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BA0C2F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7" name="Google Shape;177;p24"/>
          <p:cNvSpPr txBox="1">
            <a:spLocks noGrp="1"/>
          </p:cNvSpPr>
          <p:nvPr>
            <p:ph type="body" idx="2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with Caption">
  <p:cSld name="Photo with Caption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>
            <a:spLocks noGrp="1"/>
          </p:cNvSpPr>
          <p:nvPr>
            <p:ph type="body" idx="1"/>
          </p:nvPr>
        </p:nvSpPr>
        <p:spPr>
          <a:xfrm>
            <a:off x="4705535" y="1245231"/>
            <a:ext cx="4235466" cy="310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body" idx="2"/>
          </p:nvPr>
        </p:nvSpPr>
        <p:spPr>
          <a:xfrm>
            <a:off x="282290" y="3591612"/>
            <a:ext cx="4235466" cy="763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-"/>
              <a:defRPr sz="135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 sz="135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o"/>
              <a:defRPr sz="135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25"/>
          <p:cNvSpPr>
            <a:spLocks noGrp="1"/>
          </p:cNvSpPr>
          <p:nvPr>
            <p:ph type="pic" idx="3"/>
          </p:nvPr>
        </p:nvSpPr>
        <p:spPr>
          <a:xfrm>
            <a:off x="282290" y="1245232"/>
            <a:ext cx="4235466" cy="2222393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5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body" idx="4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26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8" name="Google Shape;188;p26"/>
          <p:cNvSpPr txBox="1">
            <a:spLocks noGrp="1"/>
          </p:cNvSpPr>
          <p:nvPr>
            <p:ph type="body" idx="1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26"/>
          <p:cNvSpPr txBox="1"/>
          <p:nvPr/>
        </p:nvSpPr>
        <p:spPr>
          <a:xfrm>
            <a:off x="1066800" y="4318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, Bullets">
  <p:cSld name="Text, Bullets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>
            <a:spLocks noGrp="1"/>
          </p:cNvSpPr>
          <p:nvPr>
            <p:ph type="body" idx="1"/>
          </p:nvPr>
        </p:nvSpPr>
        <p:spPr>
          <a:xfrm>
            <a:off x="282289" y="2128100"/>
            <a:ext cx="8658711" cy="1604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27"/>
          <p:cNvSpPr txBox="1">
            <a:spLocks noGrp="1"/>
          </p:cNvSpPr>
          <p:nvPr>
            <p:ph type="body" idx="2"/>
          </p:nvPr>
        </p:nvSpPr>
        <p:spPr>
          <a:xfrm>
            <a:off x="282289" y="1253847"/>
            <a:ext cx="8658711" cy="75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-"/>
              <a:defRPr sz="135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 sz="135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o"/>
              <a:defRPr sz="135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27"/>
          <p:cNvSpPr txBox="1">
            <a:spLocks noGrp="1"/>
          </p:cNvSpPr>
          <p:nvPr>
            <p:ph type="body" idx="3"/>
          </p:nvPr>
        </p:nvSpPr>
        <p:spPr>
          <a:xfrm>
            <a:off x="282289" y="3810504"/>
            <a:ext cx="8658711" cy="544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 b="1" i="1">
                <a:solidFill>
                  <a:srgbClr val="BA0C2F"/>
                </a:solidFill>
              </a:defRPr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-"/>
              <a:defRPr sz="135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 sz="135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o"/>
              <a:defRPr sz="135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27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6" name="Google Shape;196;p27"/>
          <p:cNvSpPr txBox="1">
            <a:spLocks noGrp="1"/>
          </p:cNvSpPr>
          <p:nvPr>
            <p:ph type="body" idx="4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, Bullets, Content">
  <p:cSld name="Text, Bullets, Content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>
            <a:spLocks noGrp="1"/>
          </p:cNvSpPr>
          <p:nvPr>
            <p:ph type="body" idx="1"/>
          </p:nvPr>
        </p:nvSpPr>
        <p:spPr>
          <a:xfrm>
            <a:off x="282290" y="3138935"/>
            <a:ext cx="4289710" cy="120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28"/>
          <p:cNvSpPr txBox="1">
            <a:spLocks noGrp="1"/>
          </p:cNvSpPr>
          <p:nvPr>
            <p:ph type="body" idx="2"/>
          </p:nvPr>
        </p:nvSpPr>
        <p:spPr>
          <a:xfrm>
            <a:off x="282289" y="1245232"/>
            <a:ext cx="8658711" cy="145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-"/>
              <a:defRPr sz="135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 sz="135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o"/>
              <a:defRPr sz="135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28"/>
          <p:cNvSpPr>
            <a:spLocks noGrp="1"/>
          </p:cNvSpPr>
          <p:nvPr>
            <p:ph type="pic" idx="3"/>
          </p:nvPr>
        </p:nvSpPr>
        <p:spPr>
          <a:xfrm>
            <a:off x="4722970" y="3138934"/>
            <a:ext cx="4218030" cy="1208829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28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28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3" name="Google Shape;203;p28"/>
          <p:cNvSpPr txBox="1">
            <a:spLocks noGrp="1"/>
          </p:cNvSpPr>
          <p:nvPr>
            <p:ph type="body" idx="4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 and Image">
  <p:cSld name="Bullets and Image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>
            <a:spLocks noGrp="1"/>
          </p:cNvSpPr>
          <p:nvPr>
            <p:ph type="body" idx="1"/>
          </p:nvPr>
        </p:nvSpPr>
        <p:spPr>
          <a:xfrm>
            <a:off x="282290" y="1252981"/>
            <a:ext cx="4970872" cy="2165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BA0C2F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29"/>
          <p:cNvSpPr txBox="1">
            <a:spLocks noGrp="1"/>
          </p:cNvSpPr>
          <p:nvPr>
            <p:ph type="body" idx="2"/>
          </p:nvPr>
        </p:nvSpPr>
        <p:spPr>
          <a:xfrm>
            <a:off x="282290" y="3535051"/>
            <a:ext cx="4970872" cy="81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 b="1">
                <a:solidFill>
                  <a:srgbClr val="BA0C2F"/>
                </a:solidFill>
              </a:defRPr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-"/>
              <a:defRPr sz="135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 sz="135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o"/>
              <a:defRPr sz="135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29"/>
          <p:cNvSpPr>
            <a:spLocks noGrp="1"/>
          </p:cNvSpPr>
          <p:nvPr>
            <p:ph type="pic" idx="3"/>
          </p:nvPr>
        </p:nvSpPr>
        <p:spPr>
          <a:xfrm>
            <a:off x="5366283" y="1252982"/>
            <a:ext cx="3574718" cy="3102042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9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29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0" name="Google Shape;210;p29"/>
          <p:cNvSpPr txBox="1">
            <a:spLocks noGrp="1"/>
          </p:cNvSpPr>
          <p:nvPr>
            <p:ph type="body" idx="4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B-Photos Locked">
  <p:cSld name="Title Slide 1B-Photos Locked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g2630955254a_2_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3996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2630955254a_2_8"/>
          <p:cNvPicPr preferRelativeResize="0"/>
          <p:nvPr/>
        </p:nvPicPr>
        <p:blipFill rotWithShape="1">
          <a:blip r:embed="rId3">
            <a:alphaModFix/>
          </a:blip>
          <a:srcRect r="26766"/>
          <a:stretch/>
        </p:blipFill>
        <p:spPr>
          <a:xfrm>
            <a:off x="-1" y="4627165"/>
            <a:ext cx="9144001" cy="53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2630955254a_2_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2630955254a_2_8"/>
          <p:cNvSpPr txBox="1">
            <a:spLocks noGrp="1"/>
          </p:cNvSpPr>
          <p:nvPr>
            <p:ph type="ctrTitle"/>
          </p:nvPr>
        </p:nvSpPr>
        <p:spPr>
          <a:xfrm>
            <a:off x="282289" y="2581643"/>
            <a:ext cx="8553009" cy="94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3300"/>
              <a:buFont typeface="Calibri"/>
              <a:buNone/>
              <a:defRPr sz="330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4" name="Google Shape;224;g2630955254a_2_8"/>
          <p:cNvSpPr txBox="1">
            <a:spLocks noGrp="1"/>
          </p:cNvSpPr>
          <p:nvPr>
            <p:ph type="subTitle" idx="1"/>
          </p:nvPr>
        </p:nvSpPr>
        <p:spPr>
          <a:xfrm>
            <a:off x="282290" y="3557482"/>
            <a:ext cx="7022970" cy="874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  <a:defRPr sz="2100" b="1" i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25" name="Google Shape;225;g2630955254a_2_8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g2630955254a_2_8"/>
          <p:cNvSpPr txBox="1"/>
          <p:nvPr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rPr>
              <a:t>ieee.org</a:t>
            </a:r>
            <a:endParaRPr sz="1100" b="1">
              <a:solidFill>
                <a:srgbClr val="BA0C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2630955254a_2_8"/>
          <p:cNvSpPr txBox="1"/>
          <p:nvPr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g2630955254a_2_8" descr="A person and person standing in a server room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 t="1913" b="1914"/>
          <a:stretch/>
        </p:blipFill>
        <p:spPr>
          <a:xfrm>
            <a:off x="-551" y="506367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2630955254a_2_8" descr="A person and person standing next to a machine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 l="2680" r="2681"/>
          <a:stretch/>
        </p:blipFill>
        <p:spPr>
          <a:xfrm>
            <a:off x="1812458" y="506367"/>
            <a:ext cx="1861485" cy="1831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2630955254a_2_8" descr="A person in a wheelchair working on a computer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 l="1401" r="1401"/>
          <a:stretch/>
        </p:blipFill>
        <p:spPr>
          <a:xfrm>
            <a:off x="3674266" y="506367"/>
            <a:ext cx="1817334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2630955254a_2_8" descr="A person working on a computer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 l="1294" r="1294"/>
          <a:stretch/>
        </p:blipFill>
        <p:spPr>
          <a:xfrm>
            <a:off x="5493599" y="506367"/>
            <a:ext cx="1837943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2630955254a_2_8" descr="A person looking at a screen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 l="8189" r="8188"/>
          <a:stretch/>
        </p:blipFill>
        <p:spPr>
          <a:xfrm>
            <a:off x="7322401" y="506367"/>
            <a:ext cx="1836546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Blank">
  <p:cSld name="Title Only Blank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630955254a_2_22"/>
          <p:cNvSpPr txBox="1">
            <a:spLocks noGrp="1"/>
          </p:cNvSpPr>
          <p:nvPr>
            <p:ph type="body" idx="1"/>
          </p:nvPr>
        </p:nvSpPr>
        <p:spPr>
          <a:xfrm>
            <a:off x="282289" y="1247412"/>
            <a:ext cx="8658713" cy="309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BA0C2F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" name="Google Shape;235;g2630955254a_2_22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g2630955254a_2_22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7" name="Google Shape;237;g2630955254a_2_22"/>
          <p:cNvSpPr txBox="1">
            <a:spLocks noGrp="1"/>
          </p:cNvSpPr>
          <p:nvPr>
            <p:ph type="body" idx="2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630955254a_2_27"/>
          <p:cNvSpPr txBox="1">
            <a:spLocks noGrp="1"/>
          </p:cNvSpPr>
          <p:nvPr>
            <p:ph type="body" idx="1"/>
          </p:nvPr>
        </p:nvSpPr>
        <p:spPr>
          <a:xfrm>
            <a:off x="282288" y="1242334"/>
            <a:ext cx="4234053" cy="3112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g2630955254a_2_27"/>
          <p:cNvSpPr txBox="1">
            <a:spLocks noGrp="1"/>
          </p:cNvSpPr>
          <p:nvPr>
            <p:ph type="body" idx="2"/>
          </p:nvPr>
        </p:nvSpPr>
        <p:spPr>
          <a:xfrm>
            <a:off x="4691046" y="1242334"/>
            <a:ext cx="4234053" cy="3112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g2630955254a_2_27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g2630955254a_2_27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3" name="Google Shape;243;g2630955254a_2_27"/>
          <p:cNvSpPr txBox="1">
            <a:spLocks noGrp="1"/>
          </p:cNvSpPr>
          <p:nvPr>
            <p:ph type="body" idx="3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ntent">
  <p:cSld name="One Content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630955254a_2_33"/>
          <p:cNvSpPr txBox="1">
            <a:spLocks noGrp="1"/>
          </p:cNvSpPr>
          <p:nvPr>
            <p:ph type="body" idx="1"/>
          </p:nvPr>
        </p:nvSpPr>
        <p:spPr>
          <a:xfrm>
            <a:off x="4690591" y="1245233"/>
            <a:ext cx="4250410" cy="3094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900"/>
              <a:buNone/>
              <a:defRPr sz="900" i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g2630955254a_2_33"/>
          <p:cNvSpPr txBox="1">
            <a:spLocks noGrp="1"/>
          </p:cNvSpPr>
          <p:nvPr>
            <p:ph type="body" idx="2"/>
          </p:nvPr>
        </p:nvSpPr>
        <p:spPr>
          <a:xfrm>
            <a:off x="282289" y="1245232"/>
            <a:ext cx="4227717" cy="3094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BA0C2F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2855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2855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2855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2855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g2630955254a_2_33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g2630955254a_2_33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9" name="Google Shape;249;g2630955254a_2_33"/>
          <p:cNvSpPr txBox="1">
            <a:spLocks noGrp="1"/>
          </p:cNvSpPr>
          <p:nvPr>
            <p:ph type="body" idx="3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630955254a_2_39"/>
          <p:cNvSpPr txBox="1">
            <a:spLocks noGrp="1"/>
          </p:cNvSpPr>
          <p:nvPr>
            <p:ph type="body" idx="1"/>
          </p:nvPr>
        </p:nvSpPr>
        <p:spPr>
          <a:xfrm>
            <a:off x="4688237" y="2875597"/>
            <a:ext cx="4252764" cy="147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900"/>
              <a:buNone/>
              <a:defRPr sz="900" i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g2630955254a_2_39"/>
          <p:cNvSpPr txBox="1">
            <a:spLocks noGrp="1"/>
          </p:cNvSpPr>
          <p:nvPr>
            <p:ph type="body" idx="2"/>
          </p:nvPr>
        </p:nvSpPr>
        <p:spPr>
          <a:xfrm>
            <a:off x="282290" y="1245232"/>
            <a:ext cx="4252764" cy="3109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3" name="Google Shape;253;g2630955254a_2_39"/>
          <p:cNvSpPr txBox="1">
            <a:spLocks noGrp="1"/>
          </p:cNvSpPr>
          <p:nvPr>
            <p:ph type="body" idx="3"/>
          </p:nvPr>
        </p:nvSpPr>
        <p:spPr>
          <a:xfrm>
            <a:off x="4688237" y="1245231"/>
            <a:ext cx="4252764" cy="147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900"/>
              <a:buNone/>
              <a:defRPr sz="900" i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4" name="Google Shape;254;g2630955254a_2_39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g2630955254a_2_39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6" name="Google Shape;256;g2630955254a_2_39"/>
          <p:cNvSpPr txBox="1">
            <a:spLocks noGrp="1"/>
          </p:cNvSpPr>
          <p:nvPr>
            <p:ph type="body" idx="4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630955254a_2_46"/>
          <p:cNvSpPr txBox="1">
            <a:spLocks noGrp="1"/>
          </p:cNvSpPr>
          <p:nvPr>
            <p:ph type="body" idx="1"/>
          </p:nvPr>
        </p:nvSpPr>
        <p:spPr>
          <a:xfrm>
            <a:off x="4685745" y="2269344"/>
            <a:ext cx="4255255" cy="208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900"/>
              <a:buNone/>
              <a:defRPr sz="900" i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9" name="Google Shape;259;g2630955254a_2_46"/>
          <p:cNvSpPr txBox="1">
            <a:spLocks noGrp="1"/>
          </p:cNvSpPr>
          <p:nvPr>
            <p:ph type="body" idx="2"/>
          </p:nvPr>
        </p:nvSpPr>
        <p:spPr>
          <a:xfrm>
            <a:off x="282290" y="1245232"/>
            <a:ext cx="4235466" cy="3109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g2630955254a_2_46"/>
          <p:cNvSpPr txBox="1">
            <a:spLocks noGrp="1"/>
          </p:cNvSpPr>
          <p:nvPr>
            <p:ph type="body" idx="3"/>
          </p:nvPr>
        </p:nvSpPr>
        <p:spPr>
          <a:xfrm>
            <a:off x="4685745" y="1245232"/>
            <a:ext cx="4255255" cy="901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-"/>
              <a:defRPr sz="135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 sz="135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o"/>
              <a:defRPr sz="135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1" name="Google Shape;261;g2630955254a_2_46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g2630955254a_2_46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3" name="Google Shape;263;g2630955254a_2_46"/>
          <p:cNvSpPr txBox="1">
            <a:spLocks noGrp="1"/>
          </p:cNvSpPr>
          <p:nvPr>
            <p:ph type="body" idx="4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A-Photos Locked">
  <p:cSld name="Title Slide 1A-Photos Locked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g2630955254a_2_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3996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2630955254a_2_53"/>
          <p:cNvPicPr preferRelativeResize="0"/>
          <p:nvPr/>
        </p:nvPicPr>
        <p:blipFill rotWithShape="1">
          <a:blip r:embed="rId3">
            <a:alphaModFix/>
          </a:blip>
          <a:srcRect r="26766"/>
          <a:stretch/>
        </p:blipFill>
        <p:spPr>
          <a:xfrm>
            <a:off x="-1" y="4627165"/>
            <a:ext cx="9144001" cy="53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2630955254a_2_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2630955254a_2_53"/>
          <p:cNvSpPr txBox="1">
            <a:spLocks noGrp="1"/>
          </p:cNvSpPr>
          <p:nvPr>
            <p:ph type="ctrTitle"/>
          </p:nvPr>
        </p:nvSpPr>
        <p:spPr>
          <a:xfrm>
            <a:off x="282289" y="2581643"/>
            <a:ext cx="8553009" cy="94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3300"/>
              <a:buFont typeface="Calibri"/>
              <a:buNone/>
              <a:defRPr sz="330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9" name="Google Shape;269;g2630955254a_2_53"/>
          <p:cNvSpPr txBox="1">
            <a:spLocks noGrp="1"/>
          </p:cNvSpPr>
          <p:nvPr>
            <p:ph type="subTitle" idx="1"/>
          </p:nvPr>
        </p:nvSpPr>
        <p:spPr>
          <a:xfrm>
            <a:off x="282290" y="3557482"/>
            <a:ext cx="7022970" cy="874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  <a:defRPr sz="2100" b="1" i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70" name="Google Shape;270;g2630955254a_2_53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g2630955254a_2_53"/>
          <p:cNvSpPr txBox="1"/>
          <p:nvPr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rPr>
              <a:t>ieee.org</a:t>
            </a:r>
            <a:endParaRPr sz="1100" b="1">
              <a:solidFill>
                <a:srgbClr val="BA0C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g2630955254a_2_53" descr="A picture containing art, majorelle blu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8020" y="374444"/>
            <a:ext cx="9162288" cy="216453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2630955254a_2_53"/>
          <p:cNvSpPr txBox="1"/>
          <p:nvPr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C-Photos Locked">
  <p:cSld name="Title Slide 1C-Photos Locked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g2630955254a_2_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3996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2630955254a_2_63"/>
          <p:cNvPicPr preferRelativeResize="0"/>
          <p:nvPr/>
        </p:nvPicPr>
        <p:blipFill rotWithShape="1">
          <a:blip r:embed="rId3">
            <a:alphaModFix/>
          </a:blip>
          <a:srcRect r="26766"/>
          <a:stretch/>
        </p:blipFill>
        <p:spPr>
          <a:xfrm>
            <a:off x="-1" y="4627165"/>
            <a:ext cx="9144001" cy="53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2630955254a_2_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2630955254a_2_63"/>
          <p:cNvSpPr txBox="1">
            <a:spLocks noGrp="1"/>
          </p:cNvSpPr>
          <p:nvPr>
            <p:ph type="ctrTitle"/>
          </p:nvPr>
        </p:nvSpPr>
        <p:spPr>
          <a:xfrm>
            <a:off x="282289" y="2581643"/>
            <a:ext cx="8553009" cy="94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3300"/>
              <a:buFont typeface="Calibri"/>
              <a:buNone/>
              <a:defRPr sz="330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9" name="Google Shape;279;g2630955254a_2_63"/>
          <p:cNvSpPr txBox="1">
            <a:spLocks noGrp="1"/>
          </p:cNvSpPr>
          <p:nvPr>
            <p:ph type="subTitle" idx="1"/>
          </p:nvPr>
        </p:nvSpPr>
        <p:spPr>
          <a:xfrm>
            <a:off x="282290" y="3557482"/>
            <a:ext cx="7022970" cy="874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  <a:defRPr sz="2100" b="1" i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80" name="Google Shape;280;g2630955254a_2_63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g2630955254a_2_63"/>
          <p:cNvSpPr txBox="1"/>
          <p:nvPr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rPr>
              <a:t>ieee.org</a:t>
            </a:r>
            <a:endParaRPr sz="1100" b="1">
              <a:solidFill>
                <a:srgbClr val="BA0C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2630955254a_2_63"/>
          <p:cNvSpPr txBox="1"/>
          <p:nvPr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2630955254a_2_63" descr="A person wearing a hard hat and holding a table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 l="1851" r="1852"/>
          <a:stretch/>
        </p:blipFill>
        <p:spPr>
          <a:xfrm>
            <a:off x="-551" y="506367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g2630955254a_2_63" descr="A computer screen with numbers and line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 t="1691" b="1691"/>
          <a:stretch/>
        </p:blipFill>
        <p:spPr>
          <a:xfrm>
            <a:off x="1812458" y="506367"/>
            <a:ext cx="1861485" cy="1831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2630955254a_2_63" descr="A person in a white coat working on a computer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 t="1382" b="1382"/>
          <a:stretch/>
        </p:blipFill>
        <p:spPr>
          <a:xfrm>
            <a:off x="3674266" y="506367"/>
            <a:ext cx="1817334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2630955254a_2_63" descr="A digital image of a person's head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 t="1802" b="1802"/>
          <a:stretch/>
        </p:blipFill>
        <p:spPr>
          <a:xfrm>
            <a:off x="5493599" y="506367"/>
            <a:ext cx="1837943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2630955254a_2_63" descr="A person using a video call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 l="4356" r="4356"/>
          <a:stretch/>
        </p:blipFill>
        <p:spPr>
          <a:xfrm>
            <a:off x="7322401" y="506367"/>
            <a:ext cx="1836546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D-Photos Unlocked">
  <p:cSld name="Title Slide 1D-Photos Unlocked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g2630955254a_2_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3996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2630955254a_2_77"/>
          <p:cNvPicPr preferRelativeResize="0"/>
          <p:nvPr/>
        </p:nvPicPr>
        <p:blipFill rotWithShape="1">
          <a:blip r:embed="rId3">
            <a:alphaModFix/>
          </a:blip>
          <a:srcRect r="26766"/>
          <a:stretch/>
        </p:blipFill>
        <p:spPr>
          <a:xfrm>
            <a:off x="-1" y="4627165"/>
            <a:ext cx="9144001" cy="53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2630955254a_2_7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2630955254a_2_77"/>
          <p:cNvSpPr txBox="1">
            <a:spLocks noGrp="1"/>
          </p:cNvSpPr>
          <p:nvPr>
            <p:ph type="ctrTitle"/>
          </p:nvPr>
        </p:nvSpPr>
        <p:spPr>
          <a:xfrm>
            <a:off x="282289" y="2581643"/>
            <a:ext cx="8553009" cy="94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3300"/>
              <a:buFont typeface="Calibri"/>
              <a:buNone/>
              <a:defRPr sz="330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3" name="Google Shape;293;g2630955254a_2_77"/>
          <p:cNvSpPr txBox="1">
            <a:spLocks noGrp="1"/>
          </p:cNvSpPr>
          <p:nvPr>
            <p:ph type="subTitle" idx="1"/>
          </p:nvPr>
        </p:nvSpPr>
        <p:spPr>
          <a:xfrm>
            <a:off x="282290" y="3557482"/>
            <a:ext cx="7022970" cy="874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  <a:defRPr sz="2100" b="1" i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94" name="Google Shape;294;g2630955254a_2_77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g2630955254a_2_77"/>
          <p:cNvSpPr txBox="1"/>
          <p:nvPr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rPr>
              <a:t>ieee.org</a:t>
            </a:r>
            <a:endParaRPr sz="1100" b="1">
              <a:solidFill>
                <a:srgbClr val="BA0C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2630955254a_2_77"/>
          <p:cNvSpPr txBox="1"/>
          <p:nvPr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2630955254a_2_77"/>
          <p:cNvSpPr>
            <a:spLocks noGrp="1"/>
          </p:cNvSpPr>
          <p:nvPr>
            <p:ph type="pic" idx="2"/>
          </p:nvPr>
        </p:nvSpPr>
        <p:spPr>
          <a:xfrm>
            <a:off x="-551" y="506367"/>
            <a:ext cx="1828800" cy="1828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98" name="Google Shape;298;g2630955254a_2_77"/>
          <p:cNvSpPr>
            <a:spLocks noGrp="1"/>
          </p:cNvSpPr>
          <p:nvPr>
            <p:ph type="pic" idx="3"/>
          </p:nvPr>
        </p:nvSpPr>
        <p:spPr>
          <a:xfrm>
            <a:off x="1812458" y="506367"/>
            <a:ext cx="1861485" cy="183108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99" name="Google Shape;299;g2630955254a_2_77"/>
          <p:cNvSpPr>
            <a:spLocks noGrp="1"/>
          </p:cNvSpPr>
          <p:nvPr>
            <p:ph type="pic" idx="4"/>
          </p:nvPr>
        </p:nvSpPr>
        <p:spPr>
          <a:xfrm>
            <a:off x="3674266" y="506367"/>
            <a:ext cx="1817334" cy="1828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00" name="Google Shape;300;g2630955254a_2_77"/>
          <p:cNvSpPr>
            <a:spLocks noGrp="1"/>
          </p:cNvSpPr>
          <p:nvPr>
            <p:ph type="pic" idx="5"/>
          </p:nvPr>
        </p:nvSpPr>
        <p:spPr>
          <a:xfrm>
            <a:off x="5493599" y="506367"/>
            <a:ext cx="1837943" cy="1828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01" name="Google Shape;301;g2630955254a_2_77"/>
          <p:cNvSpPr>
            <a:spLocks noGrp="1"/>
          </p:cNvSpPr>
          <p:nvPr>
            <p:ph type="pic" idx="6"/>
          </p:nvPr>
        </p:nvSpPr>
        <p:spPr>
          <a:xfrm>
            <a:off x="7322401" y="506367"/>
            <a:ext cx="1836546" cy="1828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 1E">
  <p:cSld name="Divider Slide 1E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g2630955254a_2_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3996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2630955254a_2_91"/>
          <p:cNvPicPr preferRelativeResize="0"/>
          <p:nvPr/>
        </p:nvPicPr>
        <p:blipFill rotWithShape="1">
          <a:blip r:embed="rId3">
            <a:alphaModFix/>
          </a:blip>
          <a:srcRect r="26766"/>
          <a:stretch/>
        </p:blipFill>
        <p:spPr>
          <a:xfrm>
            <a:off x="-1" y="4627165"/>
            <a:ext cx="9144001" cy="53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g2630955254a_2_9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2630955254a_2_91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" name="Google Shape;307;g2630955254a_2_91"/>
          <p:cNvSpPr txBox="1"/>
          <p:nvPr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rPr>
              <a:t>ieee.org</a:t>
            </a:r>
            <a:endParaRPr sz="1100" b="1">
              <a:solidFill>
                <a:srgbClr val="BA0C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2630955254a_2_91"/>
          <p:cNvSpPr txBox="1"/>
          <p:nvPr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2630955254a_2_91"/>
          <p:cNvSpPr txBox="1">
            <a:spLocks noGrp="1"/>
          </p:cNvSpPr>
          <p:nvPr>
            <p:ph type="title"/>
          </p:nvPr>
        </p:nvSpPr>
        <p:spPr>
          <a:xfrm>
            <a:off x="282289" y="2002971"/>
            <a:ext cx="8553009" cy="1064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3300"/>
              <a:buFont typeface="Calibri"/>
              <a:buNone/>
              <a:defRPr sz="330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0" name="Google Shape;310;g2630955254a_2_91"/>
          <p:cNvSpPr txBox="1">
            <a:spLocks noGrp="1"/>
          </p:cNvSpPr>
          <p:nvPr>
            <p:ph type="body" idx="1"/>
          </p:nvPr>
        </p:nvSpPr>
        <p:spPr>
          <a:xfrm>
            <a:off x="282290" y="3088182"/>
            <a:ext cx="8553008" cy="815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  <a:defRPr sz="2100" b="1" i="1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A-Photos Locked">
  <p:cSld name="Title Slide 2A-Photos Locked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630955254a_2_100"/>
          <p:cNvSpPr/>
          <p:nvPr/>
        </p:nvSpPr>
        <p:spPr>
          <a:xfrm>
            <a:off x="0" y="-474"/>
            <a:ext cx="9152203" cy="513889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13" name="Google Shape;313;g2630955254a_2_100"/>
          <p:cNvPicPr preferRelativeResize="0"/>
          <p:nvPr/>
        </p:nvPicPr>
        <p:blipFill rotWithShape="1">
          <a:blip r:embed="rId2">
            <a:alphaModFix/>
          </a:blip>
          <a:srcRect r="26766"/>
          <a:stretch/>
        </p:blipFill>
        <p:spPr>
          <a:xfrm>
            <a:off x="-1" y="4627165"/>
            <a:ext cx="9144001" cy="53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g2630955254a_2_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2630955254a_2_100"/>
          <p:cNvSpPr txBox="1">
            <a:spLocks noGrp="1"/>
          </p:cNvSpPr>
          <p:nvPr>
            <p:ph type="ctrTitle"/>
          </p:nvPr>
        </p:nvSpPr>
        <p:spPr>
          <a:xfrm>
            <a:off x="282289" y="2581643"/>
            <a:ext cx="7022971" cy="94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3300"/>
              <a:buFont typeface="Calibri"/>
              <a:buNone/>
              <a:defRPr sz="330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6" name="Google Shape;316;g2630955254a_2_100"/>
          <p:cNvSpPr txBox="1">
            <a:spLocks noGrp="1"/>
          </p:cNvSpPr>
          <p:nvPr>
            <p:ph type="subTitle" idx="1"/>
          </p:nvPr>
        </p:nvSpPr>
        <p:spPr>
          <a:xfrm>
            <a:off x="282290" y="3557482"/>
            <a:ext cx="7022970" cy="874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  <a:defRPr sz="2100" b="1" i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17" name="Google Shape;317;g2630955254a_2_100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g2630955254a_2_100"/>
          <p:cNvSpPr txBox="1"/>
          <p:nvPr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rPr>
              <a:t>ieee.org</a:t>
            </a:r>
            <a:endParaRPr sz="1100" b="1">
              <a:solidFill>
                <a:srgbClr val="BA0C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2630955254a_2_100"/>
          <p:cNvSpPr txBox="1"/>
          <p:nvPr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g2630955254a_2_100" descr="A group of people wearing hard hats and jackets looking at a computer scree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603" r="2604"/>
          <a:stretch/>
        </p:blipFill>
        <p:spPr>
          <a:xfrm>
            <a:off x="-487630" y="-275587"/>
            <a:ext cx="2633567" cy="263301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21" name="Google Shape;321;g2630955254a_2_100" descr="A group of people in a meeting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 l="16626" r="16626"/>
          <a:stretch/>
        </p:blipFill>
        <p:spPr>
          <a:xfrm>
            <a:off x="7216988" y="432744"/>
            <a:ext cx="1313770" cy="131404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22" name="Google Shape;322;g2630955254a_2_100" descr="A doctor using a virtual reality device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 l="10503" r="10503"/>
          <a:stretch/>
        </p:blipFill>
        <p:spPr>
          <a:xfrm>
            <a:off x="3465829" y="-82898"/>
            <a:ext cx="2187948" cy="218749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23" name="Google Shape;323;g2630955254a_2_100"/>
          <p:cNvPicPr preferRelativeResize="0"/>
          <p:nvPr/>
        </p:nvPicPr>
        <p:blipFill rotWithShape="1">
          <a:blip r:embed="rId7">
            <a:alphaModFix/>
          </a:blip>
          <a:srcRect l="8941" r="8941"/>
          <a:stretch/>
        </p:blipFill>
        <p:spPr>
          <a:xfrm>
            <a:off x="7445518" y="2009789"/>
            <a:ext cx="1888036" cy="1888036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B-Photos Locked">
  <p:cSld name="Title Slide 2B-Photos Locked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630955254a_2_113"/>
          <p:cNvSpPr/>
          <p:nvPr/>
        </p:nvSpPr>
        <p:spPr>
          <a:xfrm>
            <a:off x="0" y="-474"/>
            <a:ext cx="9152203" cy="513889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26" name="Google Shape;326;g2630955254a_2_113"/>
          <p:cNvPicPr preferRelativeResize="0"/>
          <p:nvPr/>
        </p:nvPicPr>
        <p:blipFill rotWithShape="1">
          <a:blip r:embed="rId2">
            <a:alphaModFix/>
          </a:blip>
          <a:srcRect r="26766"/>
          <a:stretch/>
        </p:blipFill>
        <p:spPr>
          <a:xfrm>
            <a:off x="-1" y="4627165"/>
            <a:ext cx="9144001" cy="53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g2630955254a_2_1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2630955254a_2_113"/>
          <p:cNvSpPr txBox="1">
            <a:spLocks noGrp="1"/>
          </p:cNvSpPr>
          <p:nvPr>
            <p:ph type="ctrTitle"/>
          </p:nvPr>
        </p:nvSpPr>
        <p:spPr>
          <a:xfrm>
            <a:off x="282290" y="2581643"/>
            <a:ext cx="7022970" cy="94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3300"/>
              <a:buFont typeface="Calibri"/>
              <a:buNone/>
              <a:defRPr sz="330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9" name="Google Shape;329;g2630955254a_2_113"/>
          <p:cNvSpPr txBox="1">
            <a:spLocks noGrp="1"/>
          </p:cNvSpPr>
          <p:nvPr>
            <p:ph type="subTitle" idx="1"/>
          </p:nvPr>
        </p:nvSpPr>
        <p:spPr>
          <a:xfrm>
            <a:off x="282290" y="3557482"/>
            <a:ext cx="7022970" cy="874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  <a:defRPr sz="2100" b="1" i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30" name="Google Shape;330;g2630955254a_2_113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1" name="Google Shape;331;g2630955254a_2_113"/>
          <p:cNvSpPr txBox="1"/>
          <p:nvPr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rPr>
              <a:t>ieee.org</a:t>
            </a:r>
            <a:endParaRPr sz="1100" b="1">
              <a:solidFill>
                <a:srgbClr val="BA0C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2630955254a_2_113"/>
          <p:cNvSpPr txBox="1"/>
          <p:nvPr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g2630955254a_2_113" descr="A group of people around a tab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3559" r="3559"/>
          <a:stretch/>
        </p:blipFill>
        <p:spPr>
          <a:xfrm>
            <a:off x="-487630" y="-275587"/>
            <a:ext cx="2633567" cy="263301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4" name="Google Shape;334;g2630955254a_2_113" descr="A hand touching a spher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 t="319" b="319"/>
          <a:stretch/>
        </p:blipFill>
        <p:spPr>
          <a:xfrm>
            <a:off x="7216988" y="432744"/>
            <a:ext cx="1313770" cy="131404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5" name="Google Shape;335;g2630955254a_2_113" descr="A person and person wearing safety vests and helmets looking at a computer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 t="1019" b="1020"/>
          <a:stretch/>
        </p:blipFill>
        <p:spPr>
          <a:xfrm>
            <a:off x="3465829" y="-82898"/>
            <a:ext cx="2187948" cy="218749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6" name="Google Shape;336;g2630955254a_2_113" descr="A person wearing a white hard hat and white shirt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 l="4783" r="4783"/>
          <a:stretch/>
        </p:blipFill>
        <p:spPr>
          <a:xfrm>
            <a:off x="7445518" y="2009789"/>
            <a:ext cx="1888036" cy="1888036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C-Photos Unlocked">
  <p:cSld name="Title Slide 2C-Photos Unlocked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630955254a_2_126"/>
          <p:cNvSpPr/>
          <p:nvPr/>
        </p:nvSpPr>
        <p:spPr>
          <a:xfrm>
            <a:off x="0" y="-474"/>
            <a:ext cx="9152203" cy="513889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39" name="Google Shape;339;g2630955254a_2_126"/>
          <p:cNvPicPr preferRelativeResize="0"/>
          <p:nvPr/>
        </p:nvPicPr>
        <p:blipFill rotWithShape="1">
          <a:blip r:embed="rId2">
            <a:alphaModFix/>
          </a:blip>
          <a:srcRect r="26766"/>
          <a:stretch/>
        </p:blipFill>
        <p:spPr>
          <a:xfrm>
            <a:off x="-1" y="4627165"/>
            <a:ext cx="9144001" cy="53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g2630955254a_2_1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2630955254a_2_126"/>
          <p:cNvSpPr txBox="1">
            <a:spLocks noGrp="1"/>
          </p:cNvSpPr>
          <p:nvPr>
            <p:ph type="ctrTitle"/>
          </p:nvPr>
        </p:nvSpPr>
        <p:spPr>
          <a:xfrm>
            <a:off x="282289" y="2581643"/>
            <a:ext cx="7022971" cy="94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3300"/>
              <a:buFont typeface="Calibri"/>
              <a:buNone/>
              <a:defRPr sz="330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2" name="Google Shape;342;g2630955254a_2_126"/>
          <p:cNvSpPr txBox="1">
            <a:spLocks noGrp="1"/>
          </p:cNvSpPr>
          <p:nvPr>
            <p:ph type="subTitle" idx="1"/>
          </p:nvPr>
        </p:nvSpPr>
        <p:spPr>
          <a:xfrm>
            <a:off x="282290" y="3557482"/>
            <a:ext cx="7022970" cy="874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  <a:defRPr sz="2100" b="1" i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43" name="Google Shape;343;g2630955254a_2_126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4" name="Google Shape;344;g2630955254a_2_126"/>
          <p:cNvSpPr txBox="1"/>
          <p:nvPr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rPr>
              <a:t>ieee.org</a:t>
            </a:r>
            <a:endParaRPr sz="1100" b="1">
              <a:solidFill>
                <a:srgbClr val="BA0C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2630955254a_2_126"/>
          <p:cNvSpPr txBox="1"/>
          <p:nvPr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2630955254a_2_126"/>
          <p:cNvSpPr>
            <a:spLocks noGrp="1"/>
          </p:cNvSpPr>
          <p:nvPr>
            <p:ph type="pic" idx="2"/>
          </p:nvPr>
        </p:nvSpPr>
        <p:spPr>
          <a:xfrm>
            <a:off x="-487630" y="-275587"/>
            <a:ext cx="2633567" cy="26330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7" name="Google Shape;347;g2630955254a_2_126"/>
          <p:cNvSpPr>
            <a:spLocks noGrp="1"/>
          </p:cNvSpPr>
          <p:nvPr>
            <p:ph type="pic" idx="3"/>
          </p:nvPr>
        </p:nvSpPr>
        <p:spPr>
          <a:xfrm>
            <a:off x="7216988" y="432744"/>
            <a:ext cx="1313770" cy="1314045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8" name="Google Shape;348;g2630955254a_2_126"/>
          <p:cNvSpPr>
            <a:spLocks noGrp="1"/>
          </p:cNvSpPr>
          <p:nvPr>
            <p:ph type="pic" idx="4"/>
          </p:nvPr>
        </p:nvSpPr>
        <p:spPr>
          <a:xfrm>
            <a:off x="3473224" y="-94259"/>
            <a:ext cx="2187948" cy="2187491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9" name="Google Shape;349;g2630955254a_2_126"/>
          <p:cNvSpPr>
            <a:spLocks noGrp="1"/>
          </p:cNvSpPr>
          <p:nvPr>
            <p:ph type="pic" idx="5"/>
          </p:nvPr>
        </p:nvSpPr>
        <p:spPr>
          <a:xfrm>
            <a:off x="7445518" y="2009789"/>
            <a:ext cx="1888036" cy="1888036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 2D">
  <p:cSld name="Divider Slide 2D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630955254a_2_139"/>
          <p:cNvSpPr/>
          <p:nvPr/>
        </p:nvSpPr>
        <p:spPr>
          <a:xfrm>
            <a:off x="0" y="-474"/>
            <a:ext cx="9152203" cy="513889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52" name="Google Shape;352;g2630955254a_2_139"/>
          <p:cNvPicPr preferRelativeResize="0"/>
          <p:nvPr/>
        </p:nvPicPr>
        <p:blipFill rotWithShape="1">
          <a:blip r:embed="rId2">
            <a:alphaModFix/>
          </a:blip>
          <a:srcRect r="26766"/>
          <a:stretch/>
        </p:blipFill>
        <p:spPr>
          <a:xfrm>
            <a:off x="-1" y="4627165"/>
            <a:ext cx="9144001" cy="53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g2630955254a_2_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2630955254a_2_139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5" name="Google Shape;355;g2630955254a_2_139"/>
          <p:cNvSpPr txBox="1"/>
          <p:nvPr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rPr>
              <a:t>ieee.org</a:t>
            </a:r>
            <a:endParaRPr sz="1100" b="1">
              <a:solidFill>
                <a:srgbClr val="BA0C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2630955254a_2_139"/>
          <p:cNvSpPr txBox="1"/>
          <p:nvPr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2630955254a_2_139"/>
          <p:cNvSpPr txBox="1">
            <a:spLocks noGrp="1"/>
          </p:cNvSpPr>
          <p:nvPr>
            <p:ph type="title"/>
          </p:nvPr>
        </p:nvSpPr>
        <p:spPr>
          <a:xfrm>
            <a:off x="282289" y="2002971"/>
            <a:ext cx="8553009" cy="1064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3300"/>
              <a:buFont typeface="Calibri"/>
              <a:buNone/>
              <a:defRPr sz="330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8" name="Google Shape;358;g2630955254a_2_139"/>
          <p:cNvSpPr txBox="1">
            <a:spLocks noGrp="1"/>
          </p:cNvSpPr>
          <p:nvPr>
            <p:ph type="body" idx="1"/>
          </p:nvPr>
        </p:nvSpPr>
        <p:spPr>
          <a:xfrm>
            <a:off x="282290" y="3088182"/>
            <a:ext cx="8553008" cy="815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  <a:defRPr sz="2100" b="1" i="1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, Text, Bullets">
  <p:cSld name="Content, Text, Bullets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630955254a_2_148"/>
          <p:cNvSpPr txBox="1">
            <a:spLocks noGrp="1"/>
          </p:cNvSpPr>
          <p:nvPr>
            <p:ph type="body" idx="1"/>
          </p:nvPr>
        </p:nvSpPr>
        <p:spPr>
          <a:xfrm>
            <a:off x="285920" y="1245687"/>
            <a:ext cx="4231835" cy="310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900"/>
              <a:buNone/>
              <a:defRPr sz="900" i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1" name="Google Shape;361;g2630955254a_2_148"/>
          <p:cNvSpPr txBox="1">
            <a:spLocks noGrp="1"/>
          </p:cNvSpPr>
          <p:nvPr>
            <p:ph type="body" idx="2"/>
          </p:nvPr>
        </p:nvSpPr>
        <p:spPr>
          <a:xfrm>
            <a:off x="4687855" y="2269504"/>
            <a:ext cx="4253146" cy="2085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BA0C2F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2" name="Google Shape;362;g2630955254a_2_148"/>
          <p:cNvSpPr txBox="1">
            <a:spLocks noGrp="1"/>
          </p:cNvSpPr>
          <p:nvPr>
            <p:ph type="body" idx="3"/>
          </p:nvPr>
        </p:nvSpPr>
        <p:spPr>
          <a:xfrm>
            <a:off x="4687855" y="1252982"/>
            <a:ext cx="4253146" cy="88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-"/>
              <a:defRPr sz="135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 sz="135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o"/>
              <a:defRPr sz="135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3" name="Google Shape;363;g2630955254a_2_148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g2630955254a_2_148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5" name="Google Shape;365;g2630955254a_2_148"/>
          <p:cNvSpPr txBox="1">
            <a:spLocks noGrp="1"/>
          </p:cNvSpPr>
          <p:nvPr>
            <p:ph type="body" idx="4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6" name="Google Shape;366;g2630955254a_2_148"/>
          <p:cNvSpPr txBox="1"/>
          <p:nvPr/>
        </p:nvSpPr>
        <p:spPr>
          <a:xfrm>
            <a:off x="7361695" y="178230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>
  <p:cSld name="Three Content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630955254a_2_156"/>
          <p:cNvSpPr txBox="1">
            <a:spLocks noGrp="1"/>
          </p:cNvSpPr>
          <p:nvPr>
            <p:ph type="body" idx="1"/>
          </p:nvPr>
        </p:nvSpPr>
        <p:spPr>
          <a:xfrm>
            <a:off x="4707473" y="2921431"/>
            <a:ext cx="4210281" cy="1422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900"/>
              <a:buNone/>
              <a:defRPr sz="900" i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9" name="Google Shape;369;g2630955254a_2_156"/>
          <p:cNvSpPr txBox="1">
            <a:spLocks noGrp="1"/>
          </p:cNvSpPr>
          <p:nvPr>
            <p:ph type="body" idx="2"/>
          </p:nvPr>
        </p:nvSpPr>
        <p:spPr>
          <a:xfrm>
            <a:off x="282290" y="1252981"/>
            <a:ext cx="4210280" cy="143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0" name="Google Shape;370;g2630955254a_2_156"/>
          <p:cNvSpPr txBox="1">
            <a:spLocks noGrp="1"/>
          </p:cNvSpPr>
          <p:nvPr>
            <p:ph type="body" idx="3"/>
          </p:nvPr>
        </p:nvSpPr>
        <p:spPr>
          <a:xfrm>
            <a:off x="4707473" y="1269541"/>
            <a:ext cx="4210281" cy="1422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900"/>
              <a:buNone/>
              <a:defRPr sz="900" i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1" name="Google Shape;371;g2630955254a_2_156"/>
          <p:cNvSpPr txBox="1">
            <a:spLocks noGrp="1"/>
          </p:cNvSpPr>
          <p:nvPr>
            <p:ph type="body" idx="4"/>
          </p:nvPr>
        </p:nvSpPr>
        <p:spPr>
          <a:xfrm>
            <a:off x="282290" y="2921431"/>
            <a:ext cx="4210280" cy="1422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900"/>
              <a:buNone/>
              <a:defRPr sz="900" i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2" name="Google Shape;372;g2630955254a_2_156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3" name="Google Shape;373;g2630955254a_2_156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4" name="Google Shape;374;g2630955254a_2_156"/>
          <p:cNvSpPr txBox="1">
            <a:spLocks noGrp="1"/>
          </p:cNvSpPr>
          <p:nvPr>
            <p:ph type="body" idx="5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630955254a_2_164"/>
          <p:cNvSpPr txBox="1">
            <a:spLocks noGrp="1"/>
          </p:cNvSpPr>
          <p:nvPr>
            <p:ph type="body" idx="1"/>
          </p:nvPr>
        </p:nvSpPr>
        <p:spPr>
          <a:xfrm>
            <a:off x="282291" y="1252981"/>
            <a:ext cx="3019523" cy="3102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BA0C2F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7" name="Google Shape;377;g2630955254a_2_164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8" name="Google Shape;378;g2630955254a_2_164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9" name="Google Shape;379;g2630955254a_2_164"/>
          <p:cNvSpPr txBox="1">
            <a:spLocks noGrp="1"/>
          </p:cNvSpPr>
          <p:nvPr>
            <p:ph type="body" idx="2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with Caption">
  <p:cSld name="Photo with Caption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630955254a_2_169"/>
          <p:cNvSpPr txBox="1">
            <a:spLocks noGrp="1"/>
          </p:cNvSpPr>
          <p:nvPr>
            <p:ph type="body" idx="1"/>
          </p:nvPr>
        </p:nvSpPr>
        <p:spPr>
          <a:xfrm>
            <a:off x="4705535" y="1245231"/>
            <a:ext cx="4235466" cy="310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2" name="Google Shape;382;g2630955254a_2_169"/>
          <p:cNvSpPr txBox="1">
            <a:spLocks noGrp="1"/>
          </p:cNvSpPr>
          <p:nvPr>
            <p:ph type="body" idx="2"/>
          </p:nvPr>
        </p:nvSpPr>
        <p:spPr>
          <a:xfrm>
            <a:off x="282290" y="3591612"/>
            <a:ext cx="4235466" cy="763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-"/>
              <a:defRPr sz="135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 sz="135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o"/>
              <a:defRPr sz="135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3" name="Google Shape;383;g2630955254a_2_169"/>
          <p:cNvSpPr>
            <a:spLocks noGrp="1"/>
          </p:cNvSpPr>
          <p:nvPr>
            <p:ph type="pic" idx="3"/>
          </p:nvPr>
        </p:nvSpPr>
        <p:spPr>
          <a:xfrm>
            <a:off x="282290" y="1245232"/>
            <a:ext cx="4235466" cy="2222393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g2630955254a_2_169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5" name="Google Shape;385;g2630955254a_2_169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6" name="Google Shape;386;g2630955254a_2_169"/>
          <p:cNvSpPr txBox="1">
            <a:spLocks noGrp="1"/>
          </p:cNvSpPr>
          <p:nvPr>
            <p:ph type="body" idx="4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630955254a_2_176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9" name="Google Shape;389;g2630955254a_2_176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0" name="Google Shape;390;g2630955254a_2_176"/>
          <p:cNvSpPr txBox="1">
            <a:spLocks noGrp="1"/>
          </p:cNvSpPr>
          <p:nvPr>
            <p:ph type="body" idx="1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1" name="Google Shape;391;g2630955254a_2_176"/>
          <p:cNvSpPr txBox="1"/>
          <p:nvPr/>
        </p:nvSpPr>
        <p:spPr>
          <a:xfrm>
            <a:off x="1066800" y="4318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, Bullets">
  <p:cSld name="Text, Bullets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630955254a_2_181"/>
          <p:cNvSpPr txBox="1">
            <a:spLocks noGrp="1"/>
          </p:cNvSpPr>
          <p:nvPr>
            <p:ph type="body" idx="1"/>
          </p:nvPr>
        </p:nvSpPr>
        <p:spPr>
          <a:xfrm>
            <a:off x="282289" y="2128100"/>
            <a:ext cx="8658711" cy="1604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4" name="Google Shape;394;g2630955254a_2_181"/>
          <p:cNvSpPr txBox="1">
            <a:spLocks noGrp="1"/>
          </p:cNvSpPr>
          <p:nvPr>
            <p:ph type="body" idx="2"/>
          </p:nvPr>
        </p:nvSpPr>
        <p:spPr>
          <a:xfrm>
            <a:off x="282289" y="1253847"/>
            <a:ext cx="8658711" cy="75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-"/>
              <a:defRPr sz="135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 sz="135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o"/>
              <a:defRPr sz="135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5" name="Google Shape;395;g2630955254a_2_181"/>
          <p:cNvSpPr txBox="1">
            <a:spLocks noGrp="1"/>
          </p:cNvSpPr>
          <p:nvPr>
            <p:ph type="body" idx="3"/>
          </p:nvPr>
        </p:nvSpPr>
        <p:spPr>
          <a:xfrm>
            <a:off x="282289" y="3810504"/>
            <a:ext cx="8658711" cy="544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 b="1" i="1">
                <a:solidFill>
                  <a:srgbClr val="BA0C2F"/>
                </a:solidFill>
              </a:defRPr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-"/>
              <a:defRPr sz="135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 sz="135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o"/>
              <a:defRPr sz="135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6" name="Google Shape;396;g2630955254a_2_181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7" name="Google Shape;397;g2630955254a_2_181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8" name="Google Shape;398;g2630955254a_2_181"/>
          <p:cNvSpPr txBox="1">
            <a:spLocks noGrp="1"/>
          </p:cNvSpPr>
          <p:nvPr>
            <p:ph type="body" idx="4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, Bullets, Content">
  <p:cSld name="Text, Bullets, Content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630955254a_2_188"/>
          <p:cNvSpPr txBox="1">
            <a:spLocks noGrp="1"/>
          </p:cNvSpPr>
          <p:nvPr>
            <p:ph type="body" idx="1"/>
          </p:nvPr>
        </p:nvSpPr>
        <p:spPr>
          <a:xfrm>
            <a:off x="282290" y="3138935"/>
            <a:ext cx="4289710" cy="120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1" name="Google Shape;401;g2630955254a_2_188"/>
          <p:cNvSpPr txBox="1">
            <a:spLocks noGrp="1"/>
          </p:cNvSpPr>
          <p:nvPr>
            <p:ph type="body" idx="2"/>
          </p:nvPr>
        </p:nvSpPr>
        <p:spPr>
          <a:xfrm>
            <a:off x="282289" y="1245232"/>
            <a:ext cx="8658711" cy="145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-"/>
              <a:defRPr sz="135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 sz="135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o"/>
              <a:defRPr sz="135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2" name="Google Shape;402;g2630955254a_2_188"/>
          <p:cNvSpPr>
            <a:spLocks noGrp="1"/>
          </p:cNvSpPr>
          <p:nvPr>
            <p:ph type="pic" idx="3"/>
          </p:nvPr>
        </p:nvSpPr>
        <p:spPr>
          <a:xfrm>
            <a:off x="4722970" y="3138934"/>
            <a:ext cx="4218030" cy="1208829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g2630955254a_2_188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4" name="Google Shape;404;g2630955254a_2_188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5" name="Google Shape;405;g2630955254a_2_188"/>
          <p:cNvSpPr txBox="1">
            <a:spLocks noGrp="1"/>
          </p:cNvSpPr>
          <p:nvPr>
            <p:ph type="body" idx="4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 and Image">
  <p:cSld name="Bullets and Image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630955254a_2_195"/>
          <p:cNvSpPr txBox="1">
            <a:spLocks noGrp="1"/>
          </p:cNvSpPr>
          <p:nvPr>
            <p:ph type="body" idx="1"/>
          </p:nvPr>
        </p:nvSpPr>
        <p:spPr>
          <a:xfrm>
            <a:off x="282290" y="1252981"/>
            <a:ext cx="4970872" cy="2165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BA0C2F"/>
              </a:buClr>
              <a:buSzPts val="1650"/>
              <a:buChar char="▸"/>
              <a:defRPr/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-"/>
              <a:defRPr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▪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8" name="Google Shape;408;g2630955254a_2_195"/>
          <p:cNvSpPr txBox="1">
            <a:spLocks noGrp="1"/>
          </p:cNvSpPr>
          <p:nvPr>
            <p:ph type="body" idx="2"/>
          </p:nvPr>
        </p:nvSpPr>
        <p:spPr>
          <a:xfrm>
            <a:off x="282290" y="3535051"/>
            <a:ext cx="4970872" cy="81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 b="1">
                <a:solidFill>
                  <a:srgbClr val="BA0C2F"/>
                </a:solidFill>
              </a:defRPr>
            </a:lvl1pPr>
            <a:lvl2pPr marL="914400" lvl="1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-"/>
              <a:defRPr sz="1350"/>
            </a:lvl2pPr>
            <a:lvl3pPr marL="1371600" lvl="2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 sz="1350"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 sz="1350"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o"/>
              <a:defRPr sz="135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9" name="Google Shape;409;g2630955254a_2_195"/>
          <p:cNvSpPr>
            <a:spLocks noGrp="1"/>
          </p:cNvSpPr>
          <p:nvPr>
            <p:ph type="pic" idx="3"/>
          </p:nvPr>
        </p:nvSpPr>
        <p:spPr>
          <a:xfrm>
            <a:off x="5366283" y="1252982"/>
            <a:ext cx="3574718" cy="3102042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g2630955254a_2_195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1" name="Google Shape;411;g2630955254a_2_195"/>
          <p:cNvSpPr txBox="1">
            <a:spLocks noGrp="1"/>
          </p:cNvSpPr>
          <p:nvPr>
            <p:ph type="title"/>
          </p:nvPr>
        </p:nvSpPr>
        <p:spPr>
          <a:xfrm>
            <a:off x="282289" y="245650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2" name="Google Shape;412;g2630955254a_2_195"/>
          <p:cNvSpPr txBox="1">
            <a:spLocks noGrp="1"/>
          </p:cNvSpPr>
          <p:nvPr>
            <p:ph type="body" idx="4"/>
          </p:nvPr>
        </p:nvSpPr>
        <p:spPr>
          <a:xfrm>
            <a:off x="282288" y="710787"/>
            <a:ext cx="8658713" cy="32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 i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/>
          <p:cNvPicPr preferRelativeResize="0"/>
          <p:nvPr/>
        </p:nvPicPr>
        <p:blipFill rotWithShape="1">
          <a:blip r:embed="rId24">
            <a:alphaModFix/>
          </a:blip>
          <a:srcRect r="26766"/>
          <a:stretch/>
        </p:blipFill>
        <p:spPr>
          <a:xfrm rot="10800000">
            <a:off x="-2" y="-2"/>
            <a:ext cx="9144001" cy="53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7"/>
          <p:cNvPicPr preferRelativeResize="0"/>
          <p:nvPr/>
        </p:nvPicPr>
        <p:blipFill rotWithShape="1">
          <a:blip r:embed="rId24">
            <a:alphaModFix/>
          </a:blip>
          <a:srcRect r="26766"/>
          <a:stretch/>
        </p:blipFill>
        <p:spPr>
          <a:xfrm>
            <a:off x="-1" y="4627165"/>
            <a:ext cx="9144001" cy="53263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7"/>
          <p:cNvSpPr txBox="1">
            <a:spLocks noGrp="1"/>
          </p:cNvSpPr>
          <p:nvPr>
            <p:ph type="body" idx="1"/>
          </p:nvPr>
        </p:nvSpPr>
        <p:spPr>
          <a:xfrm>
            <a:off x="282289" y="1163977"/>
            <a:ext cx="8646555" cy="3030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337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BA0C2F"/>
              </a:buClr>
              <a:buSzPts val="1650"/>
              <a:buFont typeface="Merriweather Sans"/>
              <a:buChar char="▸"/>
              <a:defRPr sz="16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Font typeface="Merriweather Sans"/>
              <a:buChar char="-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Font typeface="Courier New"/>
              <a:buChar char="o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7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8089694" y="4502874"/>
            <a:ext cx="851311" cy="24858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7"/>
          <p:cNvSpPr txBox="1"/>
          <p:nvPr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7"/>
          <p:cNvSpPr txBox="1"/>
          <p:nvPr/>
        </p:nvSpPr>
        <p:spPr>
          <a:xfrm>
            <a:off x="618371" y="4473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2630955254a_2_0"/>
          <p:cNvPicPr preferRelativeResize="0"/>
          <p:nvPr/>
        </p:nvPicPr>
        <p:blipFill rotWithShape="1">
          <a:blip r:embed="rId24">
            <a:alphaModFix/>
          </a:blip>
          <a:srcRect r="26766"/>
          <a:stretch/>
        </p:blipFill>
        <p:spPr>
          <a:xfrm rot="10800000">
            <a:off x="-2" y="-2"/>
            <a:ext cx="9144001" cy="53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2630955254a_2_0"/>
          <p:cNvPicPr preferRelativeResize="0"/>
          <p:nvPr/>
        </p:nvPicPr>
        <p:blipFill rotWithShape="1">
          <a:blip r:embed="rId24">
            <a:alphaModFix/>
          </a:blip>
          <a:srcRect r="26766"/>
          <a:stretch/>
        </p:blipFill>
        <p:spPr>
          <a:xfrm>
            <a:off x="-1" y="4627165"/>
            <a:ext cx="9144001" cy="53263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2630955254a_2_0"/>
          <p:cNvSpPr txBox="1">
            <a:spLocks noGrp="1"/>
          </p:cNvSpPr>
          <p:nvPr>
            <p:ph type="body" idx="1"/>
          </p:nvPr>
        </p:nvSpPr>
        <p:spPr>
          <a:xfrm>
            <a:off x="282289" y="1163977"/>
            <a:ext cx="8646555" cy="3030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337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BA0C2F"/>
              </a:buClr>
              <a:buSzPts val="1650"/>
              <a:buFont typeface="Merriweather Sans"/>
              <a:buChar char="▸"/>
              <a:defRPr sz="16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Font typeface="Merriweather Sans"/>
              <a:buChar char="-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BA0C2F"/>
              </a:buClr>
              <a:buSzPts val="1350"/>
              <a:buFont typeface="Courier New"/>
              <a:buChar char="o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5" name="Google Shape;215;g2630955254a_2_0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6" name="Google Shape;216;g2630955254a_2_0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8089694" y="4502874"/>
            <a:ext cx="851311" cy="24858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2630955254a_2_0"/>
          <p:cNvSpPr txBox="1"/>
          <p:nvPr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2630955254a_2_0"/>
          <p:cNvSpPr txBox="1"/>
          <p:nvPr/>
        </p:nvSpPr>
        <p:spPr>
          <a:xfrm>
            <a:off x="618371" y="4473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a5470d8d95_4_0"/>
          <p:cNvSpPr txBox="1">
            <a:spLocks noGrp="1"/>
          </p:cNvSpPr>
          <p:nvPr>
            <p:ph type="ctrTitle"/>
          </p:nvPr>
        </p:nvSpPr>
        <p:spPr>
          <a:xfrm>
            <a:off x="1431575" y="3355450"/>
            <a:ext cx="69774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000" b="0">
              <a:solidFill>
                <a:srgbClr val="E33D6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br>
              <a:rPr lang="en-US" sz="30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/>
          </a:p>
        </p:txBody>
      </p:sp>
      <p:sp>
        <p:nvSpPr>
          <p:cNvPr id="418" name="Google Shape;418;g2a5470d8d95_4_0"/>
          <p:cNvSpPr txBox="1">
            <a:spLocks noGrp="1"/>
          </p:cNvSpPr>
          <p:nvPr>
            <p:ph type="subTitle" idx="1"/>
          </p:nvPr>
        </p:nvSpPr>
        <p:spPr>
          <a:xfrm>
            <a:off x="918549" y="3288866"/>
            <a:ext cx="6633900" cy="14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3146"/>
              <a:buNone/>
            </a:pPr>
            <a:r>
              <a:rPr lang="en-US" sz="2870" i="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3146"/>
              <a:buNone/>
            </a:pPr>
            <a:r>
              <a:rPr lang="en-IN" sz="2870" i="0" dirty="0">
                <a:latin typeface="Times New Roman"/>
                <a:ea typeface="Times New Roman"/>
                <a:cs typeface="Times New Roman"/>
                <a:sym typeface="Times New Roman"/>
              </a:rPr>
              <a:t>Sandeep Kumar Verma</a:t>
            </a:r>
            <a:endParaRPr sz="2870" i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3146"/>
              <a:buNone/>
            </a:pPr>
            <a:r>
              <a:rPr lang="en-US" sz="2870" i="0" dirty="0">
                <a:latin typeface="Times New Roman"/>
                <a:ea typeface="Times New Roman"/>
                <a:cs typeface="Times New Roman"/>
                <a:sym typeface="Times New Roman"/>
              </a:rPr>
              <a:t>NIT-Silchar</a:t>
            </a:r>
            <a:endParaRPr sz="3005" dirty="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7216"/>
              <a:buNone/>
            </a:pPr>
            <a:endParaRPr sz="1970" dirty="0"/>
          </a:p>
        </p:txBody>
      </p:sp>
      <p:sp>
        <p:nvSpPr>
          <p:cNvPr id="419" name="Google Shape;419;g2a5470d8d95_4_0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1" name="Google Shape;421;g2a5470d8d95_4_0"/>
          <p:cNvSpPr txBox="1"/>
          <p:nvPr/>
        </p:nvSpPr>
        <p:spPr>
          <a:xfrm>
            <a:off x="107577" y="2243796"/>
            <a:ext cx="914400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IN" sz="2800" dirty="0"/>
              <a:t>UART Protocol Design and Verification Using Verilog</a:t>
            </a:r>
            <a:endParaRPr sz="2800" b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a5470d8d95_4_9"/>
          <p:cNvSpPr txBox="1">
            <a:spLocks noGrp="1"/>
          </p:cNvSpPr>
          <p:nvPr>
            <p:ph type="body" idx="2"/>
          </p:nvPr>
        </p:nvSpPr>
        <p:spPr>
          <a:xfrm>
            <a:off x="553500" y="878400"/>
            <a:ext cx="8037000" cy="3386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Arial"/>
              <a:buChar char="➢"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Arial"/>
              <a:buChar char="➢"/>
            </a:pPr>
            <a:r>
              <a:rPr lang="en-IN" sz="1800" dirty="0">
                <a:latin typeface="Arial"/>
                <a:ea typeface="Arial"/>
                <a:cs typeface="Arial"/>
                <a:sym typeface="Arial"/>
              </a:rPr>
              <a:t>Key Objectives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Arial"/>
              <a:buChar char="➢"/>
            </a:pPr>
            <a:r>
              <a:rPr lang="en-IN" sz="1800" dirty="0">
                <a:latin typeface="Arial"/>
                <a:ea typeface="Arial"/>
                <a:cs typeface="Arial"/>
                <a:sym typeface="Arial"/>
              </a:rPr>
              <a:t>Technology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Arial"/>
              <a:buChar char="➢"/>
            </a:pPr>
            <a:r>
              <a:rPr lang="en-IN" sz="1800" dirty="0">
                <a:latin typeface="Arial"/>
                <a:ea typeface="Arial"/>
                <a:cs typeface="Arial"/>
                <a:sym typeface="Arial"/>
              </a:rPr>
              <a:t>Architecture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Arial"/>
              <a:buChar char="➢"/>
            </a:pPr>
            <a:r>
              <a:rPr lang="en-IN" sz="1800" dirty="0">
                <a:latin typeface="Arial"/>
                <a:ea typeface="Arial"/>
                <a:cs typeface="Arial"/>
                <a:sym typeface="Arial"/>
              </a:rPr>
              <a:t>Software Simulation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Arial"/>
              <a:buChar char="➢"/>
            </a:pPr>
            <a:r>
              <a:rPr lang="en-IN" sz="1800" dirty="0">
                <a:latin typeface="Arial"/>
                <a:ea typeface="Arial"/>
                <a:cs typeface="Arial"/>
                <a:sym typeface="Arial"/>
              </a:rPr>
              <a:t>Synthesis on Vivado 2020.2 Suit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Arial"/>
              <a:buChar char="➢"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Results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Arial"/>
              <a:buChar char="➢"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References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428" name="Google Shape;428;g2a5470d8d95_4_9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29" name="Google Shape;429;g2a5470d8d95_4_9"/>
          <p:cNvSpPr txBox="1">
            <a:spLocks noGrp="1"/>
          </p:cNvSpPr>
          <p:nvPr>
            <p:ph type="title"/>
          </p:nvPr>
        </p:nvSpPr>
        <p:spPr>
          <a:xfrm>
            <a:off x="410814" y="243900"/>
            <a:ext cx="8658600" cy="425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 sz="2400" u="sng" dirty="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a5470d8d95_4_16"/>
          <p:cNvSpPr txBox="1">
            <a:spLocks noGrp="1"/>
          </p:cNvSpPr>
          <p:nvPr>
            <p:ph type="body" idx="2"/>
          </p:nvPr>
        </p:nvSpPr>
        <p:spPr>
          <a:xfrm>
            <a:off x="682752" y="1049994"/>
            <a:ext cx="7778496" cy="381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314325" algn="just">
              <a:lnSpc>
                <a:spcPct val="115000"/>
              </a:lnSpc>
              <a:spcBef>
                <a:spcPts val="0"/>
              </a:spcBef>
              <a:buSzPts val="1350"/>
              <a:buFont typeface="Arial"/>
              <a:buChar char="➢"/>
            </a:pPr>
            <a:r>
              <a:rPr lang="en-IN" sz="1800" dirty="0">
                <a:highlight>
                  <a:srgbClr val="FFFFFF"/>
                </a:highlight>
              </a:rPr>
              <a:t>Implements a </a:t>
            </a:r>
            <a:r>
              <a:rPr lang="en-IN" sz="1800" b="1" dirty="0">
                <a:highlight>
                  <a:srgbClr val="FFFFFF"/>
                </a:highlight>
              </a:rPr>
              <a:t>UART serial communication interface</a:t>
            </a:r>
            <a:r>
              <a:rPr lang="en-IN" sz="1800" dirty="0">
                <a:highlight>
                  <a:srgbClr val="FFFFFF"/>
                </a:highlight>
              </a:rPr>
              <a:t> using Verilog HDL.</a:t>
            </a:r>
          </a:p>
          <a:p>
            <a:pPr marL="142875" lvl="0" indent="0" algn="just">
              <a:lnSpc>
                <a:spcPct val="115000"/>
              </a:lnSpc>
              <a:spcBef>
                <a:spcPts val="0"/>
              </a:spcBef>
              <a:buSzPts val="1350"/>
              <a:buNone/>
            </a:pPr>
            <a:endParaRPr lang="en-IN" sz="1800" dirty="0">
              <a:highlight>
                <a:srgbClr val="FFFFFF"/>
              </a:highlight>
            </a:endParaRPr>
          </a:p>
          <a:p>
            <a:pPr lvl="0" indent="-314325" algn="just">
              <a:lnSpc>
                <a:spcPct val="115000"/>
              </a:lnSpc>
              <a:spcBef>
                <a:spcPts val="0"/>
              </a:spcBef>
              <a:buSzPts val="1350"/>
              <a:buFont typeface="Arial"/>
              <a:buChar char="➢"/>
            </a:pPr>
            <a:r>
              <a:rPr lang="en-US" sz="1800" dirty="0"/>
              <a:t>Operates at </a:t>
            </a:r>
            <a:r>
              <a:rPr lang="en-US" sz="1800" b="1" dirty="0"/>
              <a:t>115200 baud rate</a:t>
            </a:r>
            <a:r>
              <a:rPr lang="en-US" sz="1800" dirty="0"/>
              <a:t> with a </a:t>
            </a:r>
            <a:r>
              <a:rPr lang="en-US" sz="1800" b="1" dirty="0"/>
              <a:t>50 MHz clock</a:t>
            </a:r>
            <a:r>
              <a:rPr lang="en-US" sz="1800" dirty="0"/>
              <a:t>.</a:t>
            </a:r>
          </a:p>
          <a:p>
            <a:pPr marL="142875" lvl="0" indent="0" algn="just">
              <a:lnSpc>
                <a:spcPct val="115000"/>
              </a:lnSpc>
              <a:spcBef>
                <a:spcPts val="0"/>
              </a:spcBef>
              <a:buSzPts val="1350"/>
              <a:buNone/>
            </a:pPr>
            <a:endParaRPr lang="en-US" sz="1800" dirty="0"/>
          </a:p>
          <a:p>
            <a:pPr lvl="0" indent="-314325" algn="just">
              <a:lnSpc>
                <a:spcPct val="115000"/>
              </a:lnSpc>
              <a:spcBef>
                <a:spcPts val="0"/>
              </a:spcBef>
              <a:buSzPts val="1350"/>
              <a:buFont typeface="Arial"/>
              <a:buChar char="➢"/>
            </a:pPr>
            <a:r>
              <a:rPr lang="en-US" sz="1800" dirty="0"/>
              <a:t>Includes </a:t>
            </a:r>
            <a:r>
              <a:rPr lang="en-US" sz="1800" b="1" dirty="0"/>
              <a:t>baud rate generator, transmitter, and receiver</a:t>
            </a:r>
            <a:r>
              <a:rPr lang="en-US" sz="1800" dirty="0"/>
              <a:t> modules.</a:t>
            </a:r>
          </a:p>
          <a:p>
            <a:pPr marL="142875" lvl="0" indent="0" algn="just">
              <a:lnSpc>
                <a:spcPct val="115000"/>
              </a:lnSpc>
              <a:spcBef>
                <a:spcPts val="0"/>
              </a:spcBef>
              <a:buSzPts val="1350"/>
              <a:buNone/>
            </a:pPr>
            <a:endParaRPr lang="en-US" sz="1800" dirty="0"/>
          </a:p>
          <a:p>
            <a:pPr lvl="0" indent="-314325" algn="just">
              <a:lnSpc>
                <a:spcPct val="115000"/>
              </a:lnSpc>
              <a:spcBef>
                <a:spcPts val="0"/>
              </a:spcBef>
              <a:buSzPts val="1350"/>
              <a:buFont typeface="Arial"/>
              <a:buChar char="➢"/>
            </a:pPr>
            <a:r>
              <a:rPr lang="en-US" sz="1800" dirty="0"/>
              <a:t>Uses </a:t>
            </a:r>
            <a:r>
              <a:rPr lang="en-US" sz="1800" b="1" dirty="0"/>
              <a:t>16× oversampling</a:t>
            </a:r>
            <a:r>
              <a:rPr lang="en-US" sz="1800" dirty="0"/>
              <a:t> in the receiver for reliable data reception.</a:t>
            </a:r>
          </a:p>
          <a:p>
            <a:pPr marL="142875" lvl="0" indent="0" algn="just">
              <a:lnSpc>
                <a:spcPct val="115000"/>
              </a:lnSpc>
              <a:spcBef>
                <a:spcPts val="0"/>
              </a:spcBef>
              <a:buSzPts val="1350"/>
              <a:buNone/>
            </a:pPr>
            <a:endParaRPr lang="en-US" sz="1800" dirty="0"/>
          </a:p>
          <a:p>
            <a:pPr lvl="0" indent="-314325" algn="just">
              <a:lnSpc>
                <a:spcPct val="115000"/>
              </a:lnSpc>
              <a:spcBef>
                <a:spcPts val="0"/>
              </a:spcBef>
              <a:buSzPts val="1350"/>
              <a:buFont typeface="Arial"/>
              <a:buChar char="➢"/>
            </a:pPr>
            <a:r>
              <a:rPr lang="en-US" sz="1800" dirty="0"/>
              <a:t>Supports </a:t>
            </a:r>
            <a:r>
              <a:rPr lang="en-US" sz="1800" b="1" dirty="0"/>
              <a:t>8-bit data transmission and reception</a:t>
            </a:r>
            <a:r>
              <a:rPr lang="en-US" sz="1800" dirty="0"/>
              <a:t> for FPGA-based systems.</a:t>
            </a:r>
            <a:endParaRPr sz="1800" dirty="0">
              <a:highlight>
                <a:srgbClr val="FFFFFF"/>
              </a:highlight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2a5470d8d95_4_16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437" name="Google Shape;437;g2a5470d8d95_4_16"/>
          <p:cNvSpPr txBox="1">
            <a:spLocks noGrp="1"/>
          </p:cNvSpPr>
          <p:nvPr>
            <p:ph type="title"/>
          </p:nvPr>
        </p:nvSpPr>
        <p:spPr>
          <a:xfrm>
            <a:off x="392018" y="398526"/>
            <a:ext cx="8658600" cy="425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2400" u="sng" dirty="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a5470d8d95_4_31"/>
          <p:cNvSpPr txBox="1">
            <a:spLocks noGrp="1"/>
          </p:cNvSpPr>
          <p:nvPr>
            <p:ph type="body" idx="2"/>
          </p:nvPr>
        </p:nvSpPr>
        <p:spPr>
          <a:xfrm>
            <a:off x="33425" y="215556"/>
            <a:ext cx="8658600" cy="186006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3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300" dirty="0">
              <a:latin typeface="Arial"/>
              <a:ea typeface="Arial"/>
              <a:cs typeface="Arial"/>
              <a:sym typeface="Arial"/>
            </a:endParaRPr>
          </a:p>
          <a:p>
            <a:pPr marL="742950" lvl="0" indent="-285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To Design and Verify UART using Verilog.</a:t>
            </a:r>
          </a:p>
          <a:p>
            <a:pPr marL="742950" indent="-285750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Software simulation of the UART on Xilinx-Vivado v.2022.2.</a:t>
            </a:r>
          </a:p>
          <a:p>
            <a:pPr marL="742950" indent="-285750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Synthesis of UART using for Xilinx NEXYS 4 DDR FPGA Board (XC7A100T-CSG324).</a:t>
            </a:r>
          </a:p>
          <a:p>
            <a:pPr marL="742950" indent="-285750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sz="18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b="1" dirty="0">
                <a:latin typeface="Arial"/>
                <a:ea typeface="Arial"/>
                <a:cs typeface="Arial"/>
                <a:sym typeface="Arial"/>
              </a:rPr>
              <a:t>        </a:t>
            </a:r>
            <a:endParaRPr sz="13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None/>
            </a:pPr>
            <a:endParaRPr sz="13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4" name="Google Shape;444;g2a5470d8d95_4_31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445" name="Google Shape;445;g2a5470d8d95_4_31"/>
          <p:cNvSpPr txBox="1">
            <a:spLocks noGrp="1"/>
          </p:cNvSpPr>
          <p:nvPr>
            <p:ph type="title"/>
          </p:nvPr>
        </p:nvSpPr>
        <p:spPr>
          <a:xfrm>
            <a:off x="363956" y="245374"/>
            <a:ext cx="8658600" cy="425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Key Objectives:</a:t>
            </a:r>
            <a:endParaRPr sz="2400" u="sng" dirty="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445;g2a5470d8d95_4_31">
            <a:extLst>
              <a:ext uri="{FF2B5EF4-FFF2-40B4-BE49-F238E27FC236}">
                <a16:creationId xmlns:a16="http://schemas.microsoft.com/office/drawing/2014/main" id="{C2992671-B7CB-BCAA-2F57-5B6E153B320C}"/>
              </a:ext>
            </a:extLst>
          </p:cNvPr>
          <p:cNvSpPr txBox="1">
            <a:spLocks/>
          </p:cNvSpPr>
          <p:nvPr/>
        </p:nvSpPr>
        <p:spPr>
          <a:xfrm>
            <a:off x="363956" y="1978778"/>
            <a:ext cx="86586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u="sng" dirty="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Technology:</a:t>
            </a:r>
          </a:p>
        </p:txBody>
      </p:sp>
      <p:sp>
        <p:nvSpPr>
          <p:cNvPr id="3" name="Google Shape;443;g2a5470d8d95_4_31">
            <a:extLst>
              <a:ext uri="{FF2B5EF4-FFF2-40B4-BE49-F238E27FC236}">
                <a16:creationId xmlns:a16="http://schemas.microsoft.com/office/drawing/2014/main" id="{2B348359-C7CE-63C9-9BA5-E8220FB380CB}"/>
              </a:ext>
            </a:extLst>
          </p:cNvPr>
          <p:cNvSpPr txBox="1">
            <a:spLocks/>
          </p:cNvSpPr>
          <p:nvPr/>
        </p:nvSpPr>
        <p:spPr>
          <a:xfrm>
            <a:off x="33425" y="2571750"/>
            <a:ext cx="8731956" cy="186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37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1650"/>
              <a:buFont typeface="Merriweather Sans"/>
              <a:buChar char="▸"/>
              <a:defRPr sz="16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Merriweather Sans"/>
              <a:buChar char="-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Courier New"/>
              <a:buChar char="o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800100" indent="-342900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UART (Universal Asynchronous Receiver Transmitter)</a:t>
            </a:r>
            <a:r>
              <a:rPr lang="en-US" sz="1400" dirty="0"/>
              <a:t> is an asynchronous serial communication technology.</a:t>
            </a:r>
          </a:p>
          <a:p>
            <a:pPr marL="800100" indent="-342900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It transfers data </a:t>
            </a:r>
            <a:r>
              <a:rPr lang="en-US" sz="1400" b="1" dirty="0"/>
              <a:t>bit-by-bit</a:t>
            </a:r>
            <a:r>
              <a:rPr lang="en-US" sz="1400" dirty="0"/>
              <a:t> over a single data line without a shared clock.</a:t>
            </a:r>
          </a:p>
          <a:p>
            <a:pPr marL="800100" indent="-342900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Communication uses </a:t>
            </a:r>
            <a:r>
              <a:rPr lang="en-US" sz="1400" b="1" dirty="0"/>
              <a:t>start bit, data bits, optional parity, and stop bit</a:t>
            </a:r>
            <a:r>
              <a:rPr lang="en-US" sz="1400" dirty="0"/>
              <a:t> for framing.</a:t>
            </a:r>
          </a:p>
          <a:p>
            <a:pPr marL="800100" indent="-342900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Baud rate defines the </a:t>
            </a:r>
            <a:r>
              <a:rPr lang="en-US" sz="1400" b="1" dirty="0"/>
              <a:t>data transfer speed</a:t>
            </a:r>
            <a:r>
              <a:rPr lang="en-US" sz="1400" dirty="0"/>
              <a:t> (e.g., 115200 bps).</a:t>
            </a:r>
          </a:p>
          <a:p>
            <a:pPr marL="800100" indent="-342900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Receiver uses </a:t>
            </a:r>
            <a:r>
              <a:rPr lang="en-US" sz="1400" b="1" dirty="0"/>
              <a:t>oversampling</a:t>
            </a:r>
            <a:r>
              <a:rPr lang="en-US" sz="1400" dirty="0"/>
              <a:t> to accurately detect incoming bits.</a:t>
            </a:r>
          </a:p>
          <a:p>
            <a:pPr marL="800100" indent="-342900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Widely used in </a:t>
            </a:r>
            <a:r>
              <a:rPr lang="en-US" sz="1400" b="1" dirty="0"/>
              <a:t>microcontrollers, FPGAs, embedded systems, and debugging interfaces</a:t>
            </a:r>
            <a:r>
              <a:rPr lang="en-US" sz="1400" dirty="0"/>
              <a:t>.</a:t>
            </a:r>
          </a:p>
          <a:p>
            <a:pPr indent="0" algn="just">
              <a:lnSpc>
                <a:spcPct val="115000"/>
              </a:lnSpc>
              <a:spcBef>
                <a:spcPts val="0"/>
              </a:spcBef>
              <a:buNone/>
            </a:pP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indent="-342900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a5470d8d95_4_56"/>
          <p:cNvSpPr txBox="1">
            <a:spLocks noGrp="1"/>
          </p:cNvSpPr>
          <p:nvPr>
            <p:ph type="body" idx="1"/>
          </p:nvPr>
        </p:nvSpPr>
        <p:spPr>
          <a:xfrm>
            <a:off x="627145" y="1052674"/>
            <a:ext cx="7889710" cy="3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g2a5470d8d95_4_56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dirty="0"/>
          </a:p>
        </p:txBody>
      </p:sp>
      <p:sp>
        <p:nvSpPr>
          <p:cNvPr id="452" name="Google Shape;452;g2a5470d8d95_4_56"/>
          <p:cNvSpPr txBox="1">
            <a:spLocks noGrp="1"/>
          </p:cNvSpPr>
          <p:nvPr>
            <p:ph type="title"/>
          </p:nvPr>
        </p:nvSpPr>
        <p:spPr>
          <a:xfrm>
            <a:off x="242700" y="239202"/>
            <a:ext cx="86586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400" u="sng" dirty="0">
                <a:solidFill>
                  <a:srgbClr val="980000"/>
                </a:solidFill>
                <a:latin typeface="+mn-lt"/>
                <a:ea typeface="Times New Roman"/>
                <a:cs typeface="Times New Roman"/>
                <a:sym typeface="Times New Roman"/>
              </a:rPr>
              <a:t>Architecture:</a:t>
            </a:r>
            <a:endParaRPr sz="2400" u="sng" dirty="0">
              <a:solidFill>
                <a:srgbClr val="98000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g2a5470d8d95_4_56"/>
          <p:cNvSpPr txBox="1"/>
          <p:nvPr/>
        </p:nvSpPr>
        <p:spPr>
          <a:xfrm>
            <a:off x="-213182" y="436435"/>
            <a:ext cx="8658600" cy="657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algn="just">
              <a:lnSpc>
                <a:spcPct val="115000"/>
              </a:lnSpc>
              <a:spcBef>
                <a:spcPts val="1200"/>
              </a:spcBef>
            </a:pPr>
            <a:r>
              <a:rPr lang="en-US" sz="1800" b="1" dirty="0"/>
              <a:t>Universal Asynchronous Receiver Transmitter (UART)</a:t>
            </a:r>
            <a:r>
              <a:rPr lang="en-IN" sz="1800" b="1" dirty="0">
                <a:latin typeface="+mn-lt"/>
                <a:cs typeface="Times New Roman" panose="02020603050405020304" pitchFamily="18" charset="0"/>
              </a:rPr>
              <a:t>:</a:t>
            </a:r>
            <a:endParaRPr sz="1800" b="1" dirty="0">
              <a:solidFill>
                <a:schemeClr val="dk1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4" name="Google Shape;454;g2a5470d8d95_4_56"/>
          <p:cNvSpPr txBox="1"/>
          <p:nvPr/>
        </p:nvSpPr>
        <p:spPr>
          <a:xfrm>
            <a:off x="6670200" y="3319000"/>
            <a:ext cx="23586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443;g2a5470d8d95_4_31">
            <a:extLst>
              <a:ext uri="{FF2B5EF4-FFF2-40B4-BE49-F238E27FC236}">
                <a16:creationId xmlns:a16="http://schemas.microsoft.com/office/drawing/2014/main" id="{8F25767A-35E6-F378-357E-7DD9C550009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0" y="993708"/>
            <a:ext cx="8801100" cy="32668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indent="-285750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Baud Rate Generator</a:t>
            </a:r>
            <a:r>
              <a:rPr lang="en-US" sz="1400" dirty="0"/>
              <a:t>: Divides the system clock to generate timing enables for Tx and Rx.</a:t>
            </a:r>
          </a:p>
          <a:p>
            <a:pPr marL="742950" indent="-285750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Transmitter (Tx)</a:t>
            </a:r>
            <a:r>
              <a:rPr lang="en-US" sz="1400" dirty="0"/>
              <a:t>: Converts 8-bit parallel data into serial form using start, data, and stop bits.</a:t>
            </a:r>
          </a:p>
          <a:p>
            <a:pPr marL="742950" indent="-285750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Receiver (Rx)</a:t>
            </a:r>
            <a:r>
              <a:rPr lang="en-US" sz="1400" dirty="0"/>
              <a:t>: Converts incoming serial data back into 8-bit parallel data using oversampling.</a:t>
            </a:r>
          </a:p>
          <a:p>
            <a:pPr marL="742950" indent="-285750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Control Logic (FSMs)</a:t>
            </a:r>
            <a:r>
              <a:rPr lang="en-US" sz="1400" dirty="0"/>
              <a:t>: Manages data flow, bit timing, and state transitions.</a:t>
            </a:r>
          </a:p>
          <a:p>
            <a:pPr marL="742950" indent="-285750" algn="just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Status Signals</a:t>
            </a:r>
            <a:r>
              <a:rPr lang="en-US" sz="1400" dirty="0"/>
              <a:t>: Indicate transmission busy state and data-ready condition.</a:t>
            </a:r>
            <a:endParaRPr lang="en-IN" sz="1400" dirty="0">
              <a:latin typeface="+mn-lt"/>
              <a:ea typeface="Arial"/>
              <a:cs typeface="Arial"/>
              <a:sym typeface="Arial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600" dirty="0">
              <a:latin typeface="+mn-lt"/>
              <a:ea typeface="Arial"/>
              <a:cs typeface="Arial"/>
              <a:sym typeface="Arial"/>
            </a:endParaRPr>
          </a:p>
          <a:p>
            <a:pPr marL="742950" lvl="0" indent="-285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300" dirty="0">
              <a:latin typeface="+mn-lt"/>
              <a:cs typeface="Times New Roman" panose="02020603050405020304" pitchFamily="18" charset="0"/>
            </a:endParaRPr>
          </a:p>
          <a:p>
            <a:pPr marL="742950" lvl="0" indent="-285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300" dirty="0">
              <a:latin typeface="+mn-lt"/>
              <a:cs typeface="Times New Roman" panose="02020603050405020304" pitchFamily="18" charset="0"/>
            </a:endParaRPr>
          </a:p>
          <a:p>
            <a:pPr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+mn-lt"/>
                <a:cs typeface="Times New Roman" panose="02020603050405020304" pitchFamily="18" charset="0"/>
              </a:rPr>
              <a:t>                 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</a:t>
            </a: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sz="1300" dirty="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None/>
            </a:pPr>
            <a:endParaRPr sz="13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03D3EE-53F7-0813-6E0A-CF7E4A4DB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506" y="2256582"/>
            <a:ext cx="3446088" cy="229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0E40EA-9686-2712-06ED-DA1FBF5E43BA}"/>
              </a:ext>
            </a:extLst>
          </p:cNvPr>
          <p:cNvSpPr txBox="1"/>
          <p:nvPr/>
        </p:nvSpPr>
        <p:spPr>
          <a:xfrm>
            <a:off x="3453303" y="4589352"/>
            <a:ext cx="2237394" cy="31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en-IN" sz="1400" dirty="0">
                <a:cs typeface="Times New Roman" panose="02020603050405020304" pitchFamily="18" charset="0"/>
              </a:rPr>
              <a:t>Fig. 1.</a:t>
            </a:r>
            <a:r>
              <a:rPr lang="en-IN" dirty="0">
                <a:cs typeface="Times New Roman" panose="02020603050405020304" pitchFamily="18" charset="0"/>
              </a:rPr>
              <a:t> UART Architecture</a:t>
            </a:r>
            <a:r>
              <a:rPr lang="en-IN" sz="1400" dirty="0">
                <a:cs typeface="Times New Roman" panose="02020603050405020304" pitchFamily="18" charset="0"/>
              </a:rPr>
              <a:t> </a:t>
            </a:r>
            <a:endParaRPr lang="en-US" sz="1300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941110-99E6-DF9C-8BD4-B8461FB18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795" y="2739620"/>
            <a:ext cx="5510172" cy="2307678"/>
          </a:xfrm>
        </p:spPr>
        <p:txBody>
          <a:bodyPr/>
          <a:lstStyle/>
          <a:p>
            <a:pPr marL="123825" indent="0">
              <a:buNone/>
            </a:pPr>
            <a:r>
              <a:rPr lang="en-IN" sz="1800" b="1" dirty="0">
                <a:latin typeface="+mj-lt"/>
              </a:rPr>
              <a:t>Baud Rate Generator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Divides the </a:t>
            </a:r>
            <a:r>
              <a:rPr lang="en-US" sz="1400" b="1" dirty="0">
                <a:latin typeface="+mj-lt"/>
              </a:rPr>
              <a:t>50 MHz system clock</a:t>
            </a:r>
            <a:r>
              <a:rPr lang="en-US" sz="1400" dirty="0">
                <a:latin typeface="+mj-lt"/>
              </a:rPr>
              <a:t> to generate baud timing.</a:t>
            </a:r>
            <a:endParaRPr lang="en-US" sz="14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Produces separate </a:t>
            </a:r>
            <a:r>
              <a:rPr lang="en-US" sz="1400" b="1" dirty="0">
                <a:latin typeface="+mj-lt"/>
              </a:rPr>
              <a:t>Tx clock enable</a:t>
            </a:r>
            <a:r>
              <a:rPr lang="en-US" sz="1400" dirty="0">
                <a:latin typeface="+mj-lt"/>
              </a:rPr>
              <a:t> and </a:t>
            </a:r>
            <a:r>
              <a:rPr lang="en-US" sz="1400" b="1" dirty="0">
                <a:latin typeface="+mj-lt"/>
              </a:rPr>
              <a:t>Rx clock enable</a:t>
            </a:r>
            <a:r>
              <a:rPr lang="en-US" sz="1400" dirty="0">
                <a:latin typeface="+mj-lt"/>
              </a:rPr>
              <a:t> signals.</a:t>
            </a:r>
            <a:endParaRPr lang="en-US" sz="14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Supports </a:t>
            </a:r>
            <a:r>
              <a:rPr lang="en-US" sz="1400" b="1" dirty="0">
                <a:latin typeface="+mj-lt"/>
              </a:rPr>
              <a:t>115200 bps</a:t>
            </a:r>
            <a:r>
              <a:rPr lang="en-US" sz="1400" dirty="0">
                <a:latin typeface="+mj-lt"/>
              </a:rPr>
              <a:t> with </a:t>
            </a:r>
            <a:r>
              <a:rPr lang="en-US" sz="1400" b="1" dirty="0">
                <a:latin typeface="+mj-lt"/>
              </a:rPr>
              <a:t>16× oversampling</a:t>
            </a:r>
            <a:r>
              <a:rPr lang="en-US" sz="1400" dirty="0">
                <a:latin typeface="+mj-lt"/>
              </a:rPr>
              <a:t> for the receiver.</a:t>
            </a:r>
            <a:endParaRPr lang="en-US" sz="14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3825" indent="0">
              <a:buNone/>
            </a:pP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3825" indent="0">
              <a:buNone/>
            </a:pP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5EDE4-1265-320D-37C2-375D62FDD70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02317" y="452815"/>
            <a:ext cx="3656747" cy="4496738"/>
          </a:xfrm>
        </p:spPr>
        <p:txBody>
          <a:bodyPr>
            <a:normAutofit lnSpcReduction="10000"/>
          </a:bodyPr>
          <a:lstStyle/>
          <a:p>
            <a:pPr marL="123825" indent="0" algn="ctr">
              <a:buNone/>
            </a:pPr>
            <a:r>
              <a:rPr lang="en-IN" sz="1800" b="1" dirty="0">
                <a:latin typeface="+mj-lt"/>
              </a:rPr>
              <a:t>Transmitter (Tx)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 dirty="0">
                <a:latin typeface="+mj-lt"/>
              </a:rPr>
              <a:t>Converts </a:t>
            </a:r>
            <a:r>
              <a:rPr lang="en-IN" sz="1400" b="1" dirty="0">
                <a:latin typeface="+mj-lt"/>
              </a:rPr>
              <a:t>8-bit parallel data</a:t>
            </a:r>
            <a:r>
              <a:rPr lang="en-IN" sz="1400" dirty="0">
                <a:latin typeface="+mj-lt"/>
              </a:rPr>
              <a:t> into </a:t>
            </a:r>
            <a:r>
              <a:rPr lang="en-IN" sz="1400" b="1" dirty="0">
                <a:latin typeface="+mj-lt"/>
              </a:rPr>
              <a:t>serial data</a:t>
            </a:r>
            <a:r>
              <a:rPr lang="en-IN" sz="1400" dirty="0">
                <a:latin typeface="+mj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Uses FSM states: </a:t>
            </a:r>
            <a:r>
              <a:rPr lang="en-US" sz="1400" b="1" dirty="0"/>
              <a:t>IDLE, START, DATA, STOP</a:t>
            </a:r>
            <a:r>
              <a:rPr lang="en-US" sz="14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Sends data </a:t>
            </a:r>
            <a:r>
              <a:rPr lang="en-US" sz="1400" b="1" dirty="0">
                <a:latin typeface="+mj-lt"/>
              </a:rPr>
              <a:t>LSB first</a:t>
            </a:r>
            <a:r>
              <a:rPr lang="en-US" sz="1400" dirty="0">
                <a:latin typeface="+mj-lt"/>
              </a:rPr>
              <a:t> with proper UART framing.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Provides </a:t>
            </a:r>
            <a:r>
              <a:rPr lang="en-US" sz="1400" b="1" dirty="0" err="1">
                <a:latin typeface="+mj-lt"/>
              </a:rPr>
              <a:t>Tx_busy</a:t>
            </a:r>
            <a:r>
              <a:rPr lang="en-US" sz="1400" dirty="0">
                <a:latin typeface="+mj-lt"/>
              </a:rPr>
              <a:t> signal during transmission.</a:t>
            </a:r>
          </a:p>
          <a:p>
            <a:pPr marL="123825" indent="0" algn="ctr">
              <a:buNone/>
            </a:pPr>
            <a:r>
              <a:rPr lang="en-IN" sz="1800" b="1" dirty="0">
                <a:latin typeface="+mj-lt"/>
              </a:rPr>
              <a:t>Receiver (Rx)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Receives </a:t>
            </a:r>
            <a:r>
              <a:rPr lang="en-US" sz="1400" b="1" dirty="0">
                <a:latin typeface="+mj-lt"/>
              </a:rPr>
              <a:t>serial data</a:t>
            </a:r>
            <a:r>
              <a:rPr lang="en-US" sz="1400" dirty="0">
                <a:latin typeface="+mj-lt"/>
              </a:rPr>
              <a:t> and converts it into </a:t>
            </a:r>
            <a:r>
              <a:rPr lang="en-US" sz="1400" b="1" dirty="0">
                <a:latin typeface="+mj-lt"/>
              </a:rPr>
              <a:t>8-bit parallel data</a:t>
            </a:r>
            <a:r>
              <a:rPr lang="en-US" sz="1400" dirty="0">
                <a:latin typeface="+mj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Detects </a:t>
            </a:r>
            <a:r>
              <a:rPr lang="en-US" sz="1400" b="1" dirty="0">
                <a:latin typeface="+mj-lt"/>
              </a:rPr>
              <a:t>start bit</a:t>
            </a:r>
            <a:r>
              <a:rPr lang="en-US" sz="1400" dirty="0">
                <a:latin typeface="+mj-lt"/>
              </a:rPr>
              <a:t>, samples data using </a:t>
            </a:r>
            <a:r>
              <a:rPr lang="en-US" sz="1400" b="1" dirty="0">
                <a:latin typeface="+mj-lt"/>
              </a:rPr>
              <a:t>oversampling</a:t>
            </a:r>
            <a:r>
              <a:rPr lang="en-US" sz="1400" dirty="0">
                <a:latin typeface="+mj-lt"/>
              </a:rPr>
              <a:t>, and checks </a:t>
            </a:r>
            <a:r>
              <a:rPr lang="en-US" sz="1400" b="1" dirty="0">
                <a:latin typeface="+mj-lt"/>
              </a:rPr>
              <a:t>stop bit</a:t>
            </a:r>
            <a:r>
              <a:rPr lang="en-US" sz="1400" dirty="0">
                <a:latin typeface="+mj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Stores received data and asserts </a:t>
            </a:r>
            <a:r>
              <a:rPr lang="en-US" sz="1400" b="1" dirty="0">
                <a:latin typeface="+mj-lt"/>
              </a:rPr>
              <a:t>ready</a:t>
            </a:r>
            <a:r>
              <a:rPr lang="en-US" sz="1400" dirty="0">
                <a:latin typeface="+mj-lt"/>
              </a:rPr>
              <a:t> signal.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Clears ready status using </a:t>
            </a:r>
            <a:r>
              <a:rPr lang="en-US" sz="1400" b="1" dirty="0" err="1">
                <a:latin typeface="+mj-lt"/>
              </a:rPr>
              <a:t>ready_clr</a:t>
            </a:r>
            <a:r>
              <a:rPr lang="en-US" sz="1400" dirty="0">
                <a:latin typeface="+mj-lt"/>
              </a:rPr>
              <a:t> signal.</a:t>
            </a:r>
            <a:endParaRPr lang="en-US" sz="14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BCFC2-8599-914F-00CD-FE6FE1D151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C1CBB37-AB07-78FA-82E3-292129681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795" y="193947"/>
            <a:ext cx="8591900" cy="425669"/>
          </a:xfrm>
        </p:spPr>
        <p:txBody>
          <a:bodyPr/>
          <a:lstStyle/>
          <a:p>
            <a:r>
              <a:rPr lang="en-IN" sz="2400" u="sng" dirty="0">
                <a:latin typeface="+mj-lt"/>
              </a:rPr>
              <a:t>Continued…</a:t>
            </a:r>
          </a:p>
        </p:txBody>
      </p:sp>
      <p:sp>
        <p:nvSpPr>
          <p:cNvPr id="8" name="Google Shape;453;g2a5470d8d95_4_56">
            <a:extLst>
              <a:ext uri="{FF2B5EF4-FFF2-40B4-BE49-F238E27FC236}">
                <a16:creationId xmlns:a16="http://schemas.microsoft.com/office/drawing/2014/main" id="{BCAFF312-BD44-425B-B484-F7051EADB083}"/>
              </a:ext>
            </a:extLst>
          </p:cNvPr>
          <p:cNvSpPr txBox="1"/>
          <p:nvPr/>
        </p:nvSpPr>
        <p:spPr>
          <a:xfrm>
            <a:off x="-163943" y="372442"/>
            <a:ext cx="5776629" cy="2357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algn="just">
              <a:lnSpc>
                <a:spcPct val="115000"/>
              </a:lnSpc>
              <a:spcBef>
                <a:spcPts val="1200"/>
              </a:spcBef>
            </a:pPr>
            <a:r>
              <a:rPr lang="en-US" sz="1800" b="1" dirty="0">
                <a:latin typeface="+mj-lt"/>
              </a:rPr>
              <a:t>UART Module Descriptions (Every Block): </a:t>
            </a:r>
            <a:r>
              <a:rPr lang="en-US" sz="1800" b="1" dirty="0">
                <a:latin typeface="+mj-lt"/>
                <a:cs typeface="Times New Roman" panose="02020603050405020304" pitchFamily="18" charset="0"/>
              </a:rPr>
              <a:t>           </a:t>
            </a:r>
            <a:endParaRPr lang="en-IN" sz="1800" b="1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742950" lvl="0" indent="-285750" algn="just">
              <a:lnSpc>
                <a:spcPct val="11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/>
              <a:t>Top-level module integrating </a:t>
            </a:r>
            <a:r>
              <a:rPr lang="en-US" b="1" dirty="0"/>
              <a:t>baud rate generator, transmitter, and receiver</a:t>
            </a:r>
            <a:r>
              <a:rPr lang="en-US" dirty="0"/>
              <a:t>.</a:t>
            </a:r>
          </a:p>
          <a:p>
            <a:pPr marL="742950" lvl="0" indent="-285750" algn="just">
              <a:lnSpc>
                <a:spcPct val="11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/>
              <a:t>Provides interface signals for </a:t>
            </a:r>
            <a:r>
              <a:rPr lang="en-US" b="1" dirty="0"/>
              <a:t>data input, data output, enable, and status</a:t>
            </a:r>
            <a:r>
              <a:rPr lang="en-US" dirty="0"/>
              <a:t>.</a:t>
            </a:r>
          </a:p>
          <a:p>
            <a:pPr marL="742950" lvl="0" indent="-285750" algn="just">
              <a:lnSpc>
                <a:spcPct val="11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/>
              <a:t>Routes clock and control signals to submodules.</a:t>
            </a:r>
            <a:endParaRPr lang="en-US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748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549025-8FB7-85D9-F872-42BC270F5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290" y="2882336"/>
            <a:ext cx="4234053" cy="1826095"/>
          </a:xfrm>
        </p:spPr>
        <p:txBody>
          <a:bodyPr/>
          <a:lstStyle/>
          <a:p>
            <a:pPr marL="123825" indent="0">
              <a:buNone/>
            </a:pPr>
            <a:endParaRPr lang="en-IN" dirty="0"/>
          </a:p>
          <a:p>
            <a:pPr marL="123825" indent="0">
              <a:buNone/>
            </a:pPr>
            <a:endParaRPr lang="en-IN" dirty="0"/>
          </a:p>
          <a:p>
            <a:pPr marL="123825" indent="0">
              <a:buNone/>
            </a:pPr>
            <a:endParaRPr lang="en-IN" dirty="0"/>
          </a:p>
          <a:p>
            <a:pPr marL="123825" indent="0">
              <a:buNone/>
            </a:pPr>
            <a:endParaRPr lang="en-IN" dirty="0"/>
          </a:p>
          <a:p>
            <a:pPr marL="123825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5D95C-D03B-1CBF-3EE5-808E335DBC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8DD5348C-2AA2-D57B-AD02-DD2FE3803242}"/>
              </a:ext>
            </a:extLst>
          </p:cNvPr>
          <p:cNvSpPr txBox="1">
            <a:spLocks/>
          </p:cNvSpPr>
          <p:nvPr/>
        </p:nvSpPr>
        <p:spPr>
          <a:xfrm>
            <a:off x="525619" y="281749"/>
            <a:ext cx="8658712" cy="42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  <a:defRPr sz="2550" b="1" i="0" u="none" strike="noStrike" cap="none">
                <a:solidFill>
                  <a:srgbClr val="BA0C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400" u="sng" dirty="0">
                <a:latin typeface="+mn-lt"/>
                <a:cs typeface="Times New Roman" panose="02020603050405020304" pitchFamily="18" charset="0"/>
              </a:rPr>
              <a:t>Software Simulation:</a:t>
            </a:r>
          </a:p>
          <a:p>
            <a:endParaRPr lang="en-IN" u="sn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B3B5D4-1441-1C8E-CB5B-9494C8434928}"/>
              </a:ext>
            </a:extLst>
          </p:cNvPr>
          <p:cNvSpPr txBox="1"/>
          <p:nvPr/>
        </p:nvSpPr>
        <p:spPr>
          <a:xfrm>
            <a:off x="303091" y="816094"/>
            <a:ext cx="7299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In this paper, the model has been designed using </a:t>
            </a:r>
          </a:p>
          <a:p>
            <a:pPr algn="just"/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Verilog and simulated in Xilinx Vivado v.2022.2.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DFC0E4-6473-9BFA-6C04-D42015FF45E0}"/>
              </a:ext>
            </a:extLst>
          </p:cNvPr>
          <p:cNvSpPr txBox="1"/>
          <p:nvPr/>
        </p:nvSpPr>
        <p:spPr>
          <a:xfrm>
            <a:off x="2535447" y="4407823"/>
            <a:ext cx="46390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1000" dirty="0">
                <a:solidFill>
                  <a:schemeClr val="tx1"/>
                </a:solidFill>
                <a:effectLst/>
                <a:latin typeface="+mn-lt"/>
                <a:ea typeface="SimSun" panose="02010600030101010101" pitchFamily="2" charset="-122"/>
              </a:rPr>
              <a:t>Fig. 2. RTL Schematic Diagram of </a:t>
            </a:r>
            <a:r>
              <a:rPr lang="en-US" sz="1000" dirty="0">
                <a:solidFill>
                  <a:schemeClr val="tx1"/>
                </a:solidFill>
                <a:latin typeface="+mn-lt"/>
                <a:ea typeface="SimSun" panose="02010600030101010101" pitchFamily="2" charset="-122"/>
              </a:rPr>
              <a:t>UART</a:t>
            </a:r>
            <a:endParaRPr lang="en-IN" sz="1000" dirty="0">
              <a:latin typeface="+mn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3B5483E-7F47-8974-5275-45D63A9A8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279" y="1447990"/>
            <a:ext cx="5618127" cy="259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67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4D4C4-747F-419F-1FE0-F9869BB24D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5E5EBE75-DA22-5E5F-4BD5-E2A1E694D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795" y="193947"/>
            <a:ext cx="8591900" cy="425669"/>
          </a:xfrm>
        </p:spPr>
        <p:txBody>
          <a:bodyPr/>
          <a:lstStyle/>
          <a:p>
            <a:r>
              <a:rPr lang="en-IN" sz="2400" u="sng" dirty="0">
                <a:latin typeface="+mj-lt"/>
              </a:rPr>
              <a:t>Continued…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FAA6A6-9304-79FF-1F07-AD0980456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19" y="1539684"/>
            <a:ext cx="7995290" cy="2194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524575-AAB4-C752-26BA-E6DFE272AF6B}"/>
              </a:ext>
            </a:extLst>
          </p:cNvPr>
          <p:cNvSpPr txBox="1"/>
          <p:nvPr/>
        </p:nvSpPr>
        <p:spPr>
          <a:xfrm>
            <a:off x="2252472" y="4070899"/>
            <a:ext cx="51655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1000" dirty="0">
                <a:solidFill>
                  <a:schemeClr val="tx1"/>
                </a:solidFill>
                <a:effectLst/>
                <a:latin typeface="+mn-lt"/>
                <a:ea typeface="SimSun" panose="02010600030101010101" pitchFamily="2" charset="-122"/>
              </a:rPr>
              <a:t>Fig. 2. </a:t>
            </a:r>
            <a:r>
              <a:rPr lang="en-US" sz="1000" dirty="0">
                <a:solidFill>
                  <a:schemeClr val="tx1"/>
                </a:solidFill>
                <a:latin typeface="+mn-lt"/>
                <a:ea typeface="SimSun" panose="02010600030101010101" pitchFamily="2" charset="-122"/>
              </a:rPr>
              <a:t>Behavioral </a:t>
            </a:r>
            <a:r>
              <a:rPr lang="en-US" sz="1000" dirty="0">
                <a:solidFill>
                  <a:schemeClr val="tx1"/>
                </a:solidFill>
                <a:effectLst/>
                <a:latin typeface="+mn-lt"/>
                <a:ea typeface="SimSun" panose="02010600030101010101" pitchFamily="2" charset="-122"/>
              </a:rPr>
              <a:t>of </a:t>
            </a:r>
            <a:r>
              <a:rPr lang="en-US" sz="1000" dirty="0">
                <a:solidFill>
                  <a:schemeClr val="tx1"/>
                </a:solidFill>
                <a:latin typeface="+mn-lt"/>
                <a:ea typeface="SimSun" panose="02010600030101010101" pitchFamily="2" charset="-122"/>
              </a:rPr>
              <a:t>UART</a:t>
            </a:r>
            <a:endParaRPr lang="en-IN" sz="1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8986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99133-7750-A252-95A7-7A3C07D310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BACD7E9-47D9-02FF-9DE6-43EDCE3E0B76}"/>
              </a:ext>
            </a:extLst>
          </p:cNvPr>
          <p:cNvSpPr txBox="1">
            <a:spLocks/>
          </p:cNvSpPr>
          <p:nvPr/>
        </p:nvSpPr>
        <p:spPr>
          <a:xfrm>
            <a:off x="-346751" y="4545210"/>
            <a:ext cx="9798992" cy="383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                                     Fig. 10. Schematic view of Synthesized UART Module</a:t>
            </a:r>
          </a:p>
          <a:p>
            <a:pPr algn="just"/>
            <a:endParaRPr lang="en-IN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1F37D30E-EF42-D0BA-A037-B17868EB8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795" y="193947"/>
            <a:ext cx="8591900" cy="425669"/>
          </a:xfrm>
        </p:spPr>
        <p:txBody>
          <a:bodyPr/>
          <a:lstStyle/>
          <a:p>
            <a:r>
              <a:rPr lang="en-IN" sz="2400" u="sng" dirty="0">
                <a:latin typeface="+mj-lt"/>
              </a:rPr>
              <a:t>Synthesis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5B9471-750B-F07F-33D8-C8762C19F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251" y="595984"/>
            <a:ext cx="4155497" cy="394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852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3D7E5-42B8-F95F-A1E0-D1F629D026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CDB507-5EDD-9F2F-742A-1851F33D6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Continued</a:t>
            </a:r>
            <a:r>
              <a:rPr lang="en-IN" dirty="0"/>
              <a:t>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FA0EBB-E0AA-96C1-BE72-A5B4E2A11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116" y="1115514"/>
            <a:ext cx="6679058" cy="307966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336A5E4-EDC4-2670-B4A5-A0AC4C78062E}"/>
              </a:ext>
            </a:extLst>
          </p:cNvPr>
          <p:cNvSpPr txBox="1">
            <a:spLocks/>
          </p:cNvSpPr>
          <p:nvPr/>
        </p:nvSpPr>
        <p:spPr>
          <a:xfrm>
            <a:off x="-654992" y="4271027"/>
            <a:ext cx="9798992" cy="383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                                     Fig. 10. Schematic view of Baud Rate Generator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7739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2BC27-7428-0627-8045-6FE5448519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0B979A1-3CB4-C39F-A710-4365ACB38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Continued…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BE0502-BB2A-9A79-D740-A6A249FEE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295" y="835934"/>
            <a:ext cx="5864699" cy="347163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5355F91-BED7-CD69-77CE-AFF7C08354DE}"/>
              </a:ext>
            </a:extLst>
          </p:cNvPr>
          <p:cNvSpPr txBox="1">
            <a:spLocks/>
          </p:cNvSpPr>
          <p:nvPr/>
        </p:nvSpPr>
        <p:spPr>
          <a:xfrm>
            <a:off x="-346751" y="4545210"/>
            <a:ext cx="9798992" cy="383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                                     Fig. 10. Schematic view of Transmitter (Tx)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0983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7C4879-FD78-42C6-EEE9-99E7280CF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  <a:p>
            <a:endParaRPr lang="en-IN"/>
          </a:p>
          <a:p>
            <a:endParaRPr lang="en-IN"/>
          </a:p>
          <a:p>
            <a:endParaRPr lang="en-IN"/>
          </a:p>
          <a:p>
            <a:endParaRPr lang="en-IN"/>
          </a:p>
          <a:p>
            <a:endParaRPr lang="en-IN"/>
          </a:p>
          <a:p>
            <a:endParaRPr lang="en-IN"/>
          </a:p>
          <a:p>
            <a:endParaRPr lang="en-IN"/>
          </a:p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42958-0086-2314-7A4E-1F2D01E079D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123825" indent="0">
              <a:buNone/>
            </a:pP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F8CF70-0141-0EC5-18CC-4310B9E398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935BC54F-6BD7-694C-5368-B7F0560BE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643" y="236143"/>
            <a:ext cx="8658225" cy="425450"/>
          </a:xfrm>
        </p:spPr>
        <p:txBody>
          <a:bodyPr/>
          <a:lstStyle/>
          <a:p>
            <a:r>
              <a:rPr lang="en-IN" sz="2400" u="sng" dirty="0">
                <a:latin typeface="+mn-lt"/>
                <a:cs typeface="Times New Roman" panose="02020603050405020304" pitchFamily="18" charset="0"/>
              </a:rPr>
              <a:t>Hardware Implementation: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B259F0-5754-36CC-DCE8-7669C5505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857" y="1245232"/>
            <a:ext cx="7307776" cy="3109792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7F03B2B-2469-89E2-DB0A-4D328552F400}"/>
              </a:ext>
            </a:extLst>
          </p:cNvPr>
          <p:cNvSpPr txBox="1">
            <a:spLocks/>
          </p:cNvSpPr>
          <p:nvPr/>
        </p:nvSpPr>
        <p:spPr>
          <a:xfrm>
            <a:off x="-346751" y="4545210"/>
            <a:ext cx="9798992" cy="383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                                     Fig. 10. Schematic view of Receiver (Rx)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7987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a5700664f7_15_40"/>
          <p:cNvSpPr txBox="1">
            <a:spLocks noGrp="1"/>
          </p:cNvSpPr>
          <p:nvPr>
            <p:ph type="body" idx="2"/>
          </p:nvPr>
        </p:nvSpPr>
        <p:spPr>
          <a:xfrm>
            <a:off x="203110" y="625374"/>
            <a:ext cx="4076324" cy="420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Successful </a:t>
            </a:r>
            <a:r>
              <a:rPr lang="en-US" sz="1400" b="1" dirty="0">
                <a:latin typeface="+mj-lt"/>
              </a:rPr>
              <a:t>UART data transmission and reception</a:t>
            </a:r>
            <a:r>
              <a:rPr lang="en-US" sz="1400" dirty="0">
                <a:latin typeface="+mj-lt"/>
              </a:rPr>
              <a:t> at </a:t>
            </a:r>
            <a:r>
              <a:rPr lang="en-US" sz="1400" b="1" dirty="0">
                <a:latin typeface="+mj-lt"/>
              </a:rPr>
              <a:t>115200 bps</a:t>
            </a:r>
            <a:r>
              <a:rPr lang="en-US" sz="1400" dirty="0">
                <a:latin typeface="+mj-lt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Accurate </a:t>
            </a:r>
            <a:r>
              <a:rPr lang="en-US" sz="1400" b="1" dirty="0">
                <a:latin typeface="+mj-lt"/>
              </a:rPr>
              <a:t>baud rate generation</a:t>
            </a:r>
            <a:r>
              <a:rPr lang="en-US" sz="1400" dirty="0">
                <a:latin typeface="+mj-lt"/>
              </a:rPr>
              <a:t> from a </a:t>
            </a:r>
            <a:r>
              <a:rPr lang="en-US" sz="1400" b="1" dirty="0">
                <a:latin typeface="+mj-lt"/>
              </a:rPr>
              <a:t>50 MHz system clock</a:t>
            </a:r>
            <a:r>
              <a:rPr lang="en-US" sz="1400" dirty="0">
                <a:latin typeface="+mj-lt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400" b="1" dirty="0">
                <a:latin typeface="+mj-lt"/>
              </a:rPr>
              <a:t>Transmitter</a:t>
            </a:r>
            <a:r>
              <a:rPr lang="en-US" sz="1400" dirty="0">
                <a:latin typeface="+mj-lt"/>
              </a:rPr>
              <a:t> correctly sends start, data, and stop bits in sequence.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400" b="1" dirty="0">
                <a:latin typeface="+mj-lt"/>
              </a:rPr>
              <a:t>Receiver</a:t>
            </a:r>
            <a:r>
              <a:rPr lang="en-US" sz="1400" dirty="0">
                <a:latin typeface="+mj-lt"/>
              </a:rPr>
              <a:t> reliably detects and reconstructs 8-bit data using </a:t>
            </a:r>
            <a:r>
              <a:rPr lang="en-US" sz="1400" b="1" dirty="0">
                <a:latin typeface="+mj-lt"/>
              </a:rPr>
              <a:t>16× oversampling</a:t>
            </a:r>
            <a:r>
              <a:rPr lang="en-US" sz="1400" dirty="0">
                <a:latin typeface="+mj-lt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400" b="1" dirty="0" err="1">
                <a:latin typeface="+mj-lt"/>
              </a:rPr>
              <a:t>Tx_busy</a:t>
            </a:r>
            <a:r>
              <a:rPr lang="en-US" sz="1400" dirty="0">
                <a:latin typeface="+mj-lt"/>
              </a:rPr>
              <a:t> signal properly indicates transmission activity.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400" b="1" dirty="0"/>
              <a:t>ready</a:t>
            </a:r>
            <a:r>
              <a:rPr lang="en-US" sz="1400" dirty="0"/>
              <a:t> signal correctly flags valid received data.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400" dirty="0"/>
              <a:t>Stable and error-free operation verified through </a:t>
            </a:r>
            <a:r>
              <a:rPr lang="en-US" sz="1400" b="1" dirty="0"/>
              <a:t>simulation and waveform analysis</a:t>
            </a:r>
            <a:r>
              <a:rPr lang="en-US" sz="1400" dirty="0"/>
              <a:t>.</a:t>
            </a:r>
            <a:endParaRPr sz="1400" dirty="0">
              <a:highlight>
                <a:srgbClr val="FFFFFF"/>
              </a:highlight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2a5700664f7_15_40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462" name="Google Shape;462;g2a5700664f7_15_40"/>
          <p:cNvSpPr txBox="1">
            <a:spLocks noGrp="1"/>
          </p:cNvSpPr>
          <p:nvPr>
            <p:ph type="title"/>
          </p:nvPr>
        </p:nvSpPr>
        <p:spPr>
          <a:xfrm>
            <a:off x="282290" y="215556"/>
            <a:ext cx="8658600" cy="425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Results:</a:t>
            </a:r>
            <a:endParaRPr sz="2400" u="sng" dirty="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85AA40-C1E8-0BDA-BD31-344AEF5432C7}"/>
              </a:ext>
            </a:extLst>
          </p:cNvPr>
          <p:cNvSpPr txBox="1"/>
          <p:nvPr/>
        </p:nvSpPr>
        <p:spPr>
          <a:xfrm>
            <a:off x="4864567" y="1934802"/>
            <a:ext cx="3523526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82880" algn="ctr">
              <a:lnSpc>
                <a:spcPct val="95000"/>
              </a:lnSpc>
              <a:spcAft>
                <a:spcPts val="600"/>
              </a:spcAft>
              <a:tabLst>
                <a:tab pos="182880" algn="l"/>
              </a:tabLst>
            </a:pPr>
            <a:r>
              <a:rPr lang="en-IN" sz="1000" spc="-5" dirty="0">
                <a:effectLst/>
                <a:latin typeface="+mn-lt"/>
                <a:ea typeface="SimSun" panose="02010600030101010101" pitchFamily="2" charset="-122"/>
              </a:rPr>
              <a:t>Fig. 12. Power Representation of DDFS1</a:t>
            </a:r>
          </a:p>
        </p:txBody>
      </p:sp>
      <p:sp>
        <p:nvSpPr>
          <p:cNvPr id="9" name="Google Shape;460;g2a5700664f7_15_40">
            <a:extLst>
              <a:ext uri="{FF2B5EF4-FFF2-40B4-BE49-F238E27FC236}">
                <a16:creationId xmlns:a16="http://schemas.microsoft.com/office/drawing/2014/main" id="{EC9E0A65-8493-7959-1D3E-DB0C37071DC0}"/>
              </a:ext>
            </a:extLst>
          </p:cNvPr>
          <p:cNvSpPr txBox="1">
            <a:spLocks/>
          </p:cNvSpPr>
          <p:nvPr/>
        </p:nvSpPr>
        <p:spPr>
          <a:xfrm>
            <a:off x="4340330" y="2017174"/>
            <a:ext cx="4803670" cy="554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37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1650"/>
              <a:buFont typeface="Merriweather Sans"/>
              <a:buChar char="▸"/>
              <a:defRPr sz="16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Merriweather Sans"/>
              <a:buChar char="-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Courier New"/>
              <a:buChar char="o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IN" sz="1200" spc="-5" dirty="0">
                <a:effectLst/>
                <a:latin typeface="+mj-lt"/>
                <a:ea typeface="SimSun" panose="02010600030101010101" pitchFamily="2" charset="-122"/>
              </a:rPr>
              <a:t>The total resource utilization for the proposed design including with debug Hub, VIO, ILA IP’s is shown in Table 1 and 2.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7A52D7B-AD37-F4A3-8CD6-012A92BAA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377707"/>
              </p:ext>
            </p:extLst>
          </p:nvPr>
        </p:nvGraphicFramePr>
        <p:xfrm>
          <a:off x="4864567" y="2826112"/>
          <a:ext cx="3854479" cy="13572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6316">
                  <a:extLst>
                    <a:ext uri="{9D8B030D-6E8A-4147-A177-3AD203B41FA5}">
                      <a16:colId xmlns:a16="http://schemas.microsoft.com/office/drawing/2014/main" val="1151335033"/>
                    </a:ext>
                  </a:extLst>
                </a:gridCol>
                <a:gridCol w="926640">
                  <a:extLst>
                    <a:ext uri="{9D8B030D-6E8A-4147-A177-3AD203B41FA5}">
                      <a16:colId xmlns:a16="http://schemas.microsoft.com/office/drawing/2014/main" val="3938960771"/>
                    </a:ext>
                  </a:extLst>
                </a:gridCol>
                <a:gridCol w="1301523">
                  <a:extLst>
                    <a:ext uri="{9D8B030D-6E8A-4147-A177-3AD203B41FA5}">
                      <a16:colId xmlns:a16="http://schemas.microsoft.com/office/drawing/2014/main" val="4169852950"/>
                    </a:ext>
                  </a:extLst>
                </a:gridCol>
              </a:tblGrid>
              <a:tr h="399196">
                <a:tc>
                  <a:txBody>
                    <a:bodyPr/>
                    <a:lstStyle/>
                    <a:p>
                      <a:r>
                        <a:rPr lang="en-IN" sz="1200" kern="100" dirty="0">
                          <a:effectLst/>
                        </a:rPr>
                        <a:t>Parameters</a:t>
                      </a:r>
                      <a:endParaRPr lang="en-IN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kern="100" dirty="0">
                          <a:effectLst/>
                        </a:rPr>
                        <a:t>Used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kern="100" dirty="0">
                          <a:effectLst/>
                        </a:rPr>
                        <a:t>Utilisation Percentage (in %)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4738718"/>
                  </a:ext>
                </a:extLst>
              </a:tr>
              <a:tr h="239518">
                <a:tc>
                  <a:txBody>
                    <a:bodyPr/>
                    <a:lstStyle/>
                    <a:p>
                      <a:pPr algn="l"/>
                      <a:r>
                        <a:rPr lang="en-IN" sz="1000" kern="100" dirty="0">
                          <a:effectLst/>
                        </a:rPr>
                        <a:t>Number of Slices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0.04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7257318"/>
                  </a:ext>
                </a:extLst>
              </a:tr>
              <a:tr h="239518">
                <a:tc>
                  <a:txBody>
                    <a:bodyPr/>
                    <a:lstStyle/>
                    <a:p>
                      <a:pPr algn="l"/>
                      <a:r>
                        <a:rPr lang="en-IN" sz="1000" kern="100" dirty="0">
                          <a:effectLst/>
                        </a:rPr>
                        <a:t>Number of LUTs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0.09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489048"/>
                  </a:ext>
                </a:extLst>
              </a:tr>
              <a:tr h="239518">
                <a:tc>
                  <a:txBody>
                    <a:bodyPr/>
                    <a:lstStyle/>
                    <a:p>
                      <a:pPr algn="l"/>
                      <a:r>
                        <a:rPr lang="en-IN" sz="1000" kern="100" dirty="0">
                          <a:effectLst/>
                        </a:rPr>
                        <a:t>Number of Bonded IOBs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15.71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9366305"/>
                  </a:ext>
                </a:extLst>
              </a:tr>
              <a:tr h="239518">
                <a:tc>
                  <a:txBody>
                    <a:bodyPr/>
                    <a:lstStyle/>
                    <a:p>
                      <a:pPr algn="l"/>
                      <a:r>
                        <a:rPr lang="en-IN" sz="1000" kern="100" dirty="0">
                          <a:effectLst/>
                        </a:rPr>
                        <a:t>Number of BUFGCTRL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3.13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828514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D2C8079-77AF-03FF-D4F8-391BF3544303}"/>
              </a:ext>
            </a:extLst>
          </p:cNvPr>
          <p:cNvSpPr txBox="1"/>
          <p:nvPr/>
        </p:nvSpPr>
        <p:spPr>
          <a:xfrm>
            <a:off x="5157133" y="2559707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cap="small" dirty="0">
                <a:effectLst/>
                <a:latin typeface="+mj-lt"/>
                <a:ea typeface="SimSun" panose="02010600030101010101" pitchFamily="2" charset="-122"/>
              </a:rPr>
              <a:t>TABLE I.  </a:t>
            </a:r>
            <a:r>
              <a:rPr lang="en-US" sz="1000" cap="small" dirty="0">
                <a:effectLst/>
                <a:latin typeface="+mj-lt"/>
                <a:ea typeface="SimSun" panose="02010600030101010101" pitchFamily="2" charset="-122"/>
              </a:rPr>
              <a:t>Resource Used In DDFS1 Using IPs:</a:t>
            </a:r>
            <a:endParaRPr lang="en-IN" sz="1000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02AFD9-045C-033C-A081-237054DEBB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1613"/>
          <a:stretch>
            <a:fillRect/>
          </a:stretch>
        </p:blipFill>
        <p:spPr>
          <a:xfrm>
            <a:off x="5310617" y="530395"/>
            <a:ext cx="2631425" cy="144559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a5470d8d95_4_150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476" name="Google Shape;476;g2a5470d8d95_4_150"/>
          <p:cNvSpPr txBox="1">
            <a:spLocks noGrp="1"/>
          </p:cNvSpPr>
          <p:nvPr>
            <p:ph type="title"/>
          </p:nvPr>
        </p:nvSpPr>
        <p:spPr>
          <a:xfrm>
            <a:off x="242700" y="278048"/>
            <a:ext cx="86586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550"/>
              <a:buFont typeface="Calibri"/>
              <a:buNone/>
            </a:pPr>
            <a:r>
              <a:rPr lang="en-US" sz="2400" u="sng" dirty="0">
                <a:solidFill>
                  <a:srgbClr val="980000"/>
                </a:solidFill>
                <a:latin typeface="+mj-lt"/>
                <a:ea typeface="Arial"/>
                <a:cs typeface="Times New Roman" panose="02020603050405020304" pitchFamily="18" charset="0"/>
                <a:sym typeface="Arial"/>
              </a:rPr>
              <a:t>References:</a:t>
            </a:r>
            <a:endParaRPr sz="2400" u="sng" dirty="0">
              <a:solidFill>
                <a:srgbClr val="980000"/>
              </a:solidFill>
              <a:latin typeface="+mj-lt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C48996-5E4E-82BD-6B2E-0312566987BE}"/>
              </a:ext>
            </a:extLst>
          </p:cNvPr>
          <p:cNvSpPr txBox="1"/>
          <p:nvPr/>
        </p:nvSpPr>
        <p:spPr>
          <a:xfrm>
            <a:off x="378432" y="886161"/>
            <a:ext cx="8001188" cy="52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900"/>
              </a:lnSpc>
              <a:spcAft>
                <a:spcPts val="250"/>
              </a:spcAft>
              <a:buSzPts val="800"/>
              <a:buFont typeface="Times New Roman" panose="02020603050405020304" pitchFamily="18" charset="0"/>
              <a:buAutoNum type="arabicPeriod"/>
              <a:tabLst>
                <a:tab pos="228600" algn="l"/>
              </a:tabLst>
            </a:pPr>
            <a:r>
              <a:rPr lang="en-US" b="1" dirty="0"/>
              <a:t>Texas Instruments</a:t>
            </a:r>
            <a:r>
              <a:rPr lang="en-US" dirty="0"/>
              <a:t>, </a:t>
            </a:r>
            <a:r>
              <a:rPr lang="en-US" i="1" dirty="0"/>
              <a:t>Understanding UART Communication</a:t>
            </a:r>
            <a:r>
              <a:rPr lang="en-US" dirty="0"/>
              <a:t>, Application Note.</a:t>
            </a:r>
            <a:endParaRPr lang="en-IN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 algn="just">
              <a:lnSpc>
                <a:spcPts val="900"/>
              </a:lnSpc>
              <a:spcAft>
                <a:spcPts val="250"/>
              </a:spcAft>
              <a:buSzPts val="800"/>
              <a:buFont typeface="Times New Roman" panose="02020603050405020304" pitchFamily="18" charset="0"/>
              <a:buAutoNum type="arabicPeriod"/>
              <a:tabLst>
                <a:tab pos="2286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b="1" dirty="0"/>
              <a:t>ARM</a:t>
            </a:r>
            <a:r>
              <a:rPr lang="en-US" dirty="0"/>
              <a:t>, </a:t>
            </a:r>
            <a:r>
              <a:rPr lang="en-US" i="1" dirty="0"/>
              <a:t>Serial Communication Protocols – UART Overview</a:t>
            </a:r>
            <a:r>
              <a:rPr lang="en-US" dirty="0"/>
              <a:t>.</a:t>
            </a:r>
          </a:p>
          <a:p>
            <a:pPr marL="342900" lvl="0" indent="-342900" algn="just">
              <a:lnSpc>
                <a:spcPts val="900"/>
              </a:lnSpc>
              <a:spcAft>
                <a:spcPts val="250"/>
              </a:spcAft>
              <a:buSzPts val="800"/>
              <a:buFont typeface="Times New Roman" panose="02020603050405020304" pitchFamily="18" charset="0"/>
              <a:buAutoNum type="arabicPeriod"/>
              <a:tabLst>
                <a:tab pos="228600" algn="l"/>
              </a:tabLst>
            </a:pPr>
            <a:r>
              <a:rPr lang="en-US" b="1" dirty="0"/>
              <a:t>Digital Design and Computer Architecture</a:t>
            </a:r>
            <a:r>
              <a:rPr lang="en-US" dirty="0"/>
              <a:t>, David Harris &amp; Sarah Harris, Morgan Kaufmann.</a:t>
            </a:r>
            <a:endParaRPr lang="en-IN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a5470d8d95_4_162"/>
          <p:cNvSpPr txBox="1">
            <a:spLocks noGrp="1"/>
          </p:cNvSpPr>
          <p:nvPr>
            <p:ph type="sldNum" idx="12"/>
          </p:nvPr>
        </p:nvSpPr>
        <p:spPr>
          <a:xfrm>
            <a:off x="282290" y="4654044"/>
            <a:ext cx="4866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483" name="Google Shape;483;g2a5470d8d95_4_162"/>
          <p:cNvSpPr txBox="1">
            <a:spLocks noGrp="1"/>
          </p:cNvSpPr>
          <p:nvPr>
            <p:ph type="title"/>
          </p:nvPr>
        </p:nvSpPr>
        <p:spPr>
          <a:xfrm>
            <a:off x="1936120" y="1972625"/>
            <a:ext cx="5002800" cy="10650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8650" b="0" dirty="0">
                <a:solidFill>
                  <a:srgbClr val="980000"/>
                </a:solidFill>
              </a:rPr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1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 1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774</Words>
  <Application>Microsoft Office PowerPoint</Application>
  <PresentationFormat>On-screen Show (16:9)</PresentationFormat>
  <Paragraphs>159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Merriweather Sans</vt:lpstr>
      <vt:lpstr>Times New Roman</vt:lpstr>
      <vt:lpstr>Wingdings</vt:lpstr>
      <vt:lpstr>Theme 1</vt:lpstr>
      <vt:lpstr>Theme 1</vt:lpstr>
      <vt:lpstr>  </vt:lpstr>
      <vt:lpstr>Outline</vt:lpstr>
      <vt:lpstr>Introduction</vt:lpstr>
      <vt:lpstr>Key Objectives:</vt:lpstr>
      <vt:lpstr>Architecture:</vt:lpstr>
      <vt:lpstr>Continued…</vt:lpstr>
      <vt:lpstr>PowerPoint Presentation</vt:lpstr>
      <vt:lpstr>Continued…</vt:lpstr>
      <vt:lpstr>Synthesis</vt:lpstr>
      <vt:lpstr>Continued…</vt:lpstr>
      <vt:lpstr>Continued…</vt:lpstr>
      <vt:lpstr>Hardware Implementation:</vt:lpstr>
      <vt:lpstr>Results:</vt:lpstr>
      <vt:lpstr>References: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Microsoft Office User</dc:creator>
  <cp:lastModifiedBy>Sandeep Kumar Verma</cp:lastModifiedBy>
  <cp:revision>35</cp:revision>
  <dcterms:created xsi:type="dcterms:W3CDTF">2016-10-24T19:40:55Z</dcterms:created>
  <dcterms:modified xsi:type="dcterms:W3CDTF">2026-01-05T15:43:07Z</dcterms:modified>
</cp:coreProperties>
</file>